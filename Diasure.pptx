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Assistant Medium"/>
      <p:regular r:id="rId17"/>
      <p:bold r:id="rId18"/>
    </p:embeddedFont>
    <p:embeddedFont>
      <p:font typeface="Fjalla One"/>
      <p:regular r:id="rId19"/>
    </p:embeddedFont>
    <p:embeddedFont>
      <p:font typeface="Bebas Neue"/>
      <p:regular r:id="rId20"/>
    </p:embeddedFont>
    <p:embeddedFont>
      <p:font typeface="Assistan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22" Type="http://schemas.openxmlformats.org/officeDocument/2006/relationships/font" Target="fonts/Assistant-bold.fntdata"/><Relationship Id="rId21" Type="http://schemas.openxmlformats.org/officeDocument/2006/relationships/font" Target="fonts/Assistan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ssistantMedium-regular.fntdata"/><Relationship Id="rId16" Type="http://schemas.openxmlformats.org/officeDocument/2006/relationships/slide" Target="slides/slide12.xml"/><Relationship Id="rId19" Type="http://schemas.openxmlformats.org/officeDocument/2006/relationships/font" Target="fonts/FjallaOne-regular.fntdata"/><Relationship Id="rId18" Type="http://schemas.openxmlformats.org/officeDocument/2006/relationships/font" Target="fonts/Assistan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4fa96f3d8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4fa96f3d8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8ab471019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8ab471019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0f9e629ec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0f9e629ec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About us: </a:t>
            </a: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By combining digital tools, expert insights, and patient education, we help people confidently understand their diagnosis and take control of their health.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48bcc3cccb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48bcc3ccc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4fbb7b1b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4fbb7b1b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48ab47101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48ab47101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48ab47101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48ab47101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48ab471019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48ab471019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48ab471019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48ab471019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4fa96f3d8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4fa96f3d8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148ab471019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148ab471019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2.xm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3703900" y="1141475"/>
            <a:ext cx="4725000" cy="24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9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72450" y="3516325"/>
            <a:ext cx="3790200" cy="4095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3150" y="400201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529243" y="680757"/>
            <a:ext cx="269399" cy="256048"/>
            <a:chOff x="1406075" y="3845750"/>
            <a:chExt cx="415675" cy="395075"/>
          </a:xfrm>
        </p:grpSpPr>
        <p:sp>
          <p:nvSpPr>
            <p:cNvPr id="14" name="Google Shape;14;p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1266143" y="220782"/>
            <a:ext cx="269399" cy="256048"/>
            <a:chOff x="1406075" y="3845750"/>
            <a:chExt cx="415675" cy="395075"/>
          </a:xfrm>
        </p:grpSpPr>
        <p:sp>
          <p:nvSpPr>
            <p:cNvPr id="18" name="Google Shape;18;p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80393" y="2664582"/>
            <a:ext cx="269399" cy="256048"/>
            <a:chOff x="1406075" y="3845750"/>
            <a:chExt cx="415675" cy="395075"/>
          </a:xfrm>
        </p:grpSpPr>
        <p:sp>
          <p:nvSpPr>
            <p:cNvPr id="22" name="Google Shape;22;p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1637743" y="4480482"/>
            <a:ext cx="269399" cy="256048"/>
            <a:chOff x="1406075" y="3845750"/>
            <a:chExt cx="415675" cy="395075"/>
          </a:xfrm>
        </p:grpSpPr>
        <p:sp>
          <p:nvSpPr>
            <p:cNvPr id="26" name="Google Shape;26;p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2391900" y="2290375"/>
            <a:ext cx="4360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3"/>
          <p:cNvSpPr txBox="1"/>
          <p:nvPr>
            <p:ph hasCustomPrompt="1" idx="2" type="title"/>
          </p:nvPr>
        </p:nvSpPr>
        <p:spPr>
          <a:xfrm>
            <a:off x="4021675" y="1303875"/>
            <a:ext cx="1100700" cy="951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2670750" y="3166775"/>
            <a:ext cx="3802500" cy="525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" name="Google Shape;34;p3"/>
          <p:cNvGrpSpPr/>
          <p:nvPr/>
        </p:nvGrpSpPr>
        <p:grpSpPr>
          <a:xfrm>
            <a:off x="824193" y="406982"/>
            <a:ext cx="269399" cy="256048"/>
            <a:chOff x="1406075" y="3845750"/>
            <a:chExt cx="415675" cy="395075"/>
          </a:xfrm>
        </p:grpSpPr>
        <p:sp>
          <p:nvSpPr>
            <p:cNvPr id="35" name="Google Shape;35;p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8610268" y="3692382"/>
            <a:ext cx="269399" cy="256048"/>
            <a:chOff x="1406075" y="3845750"/>
            <a:chExt cx="415675" cy="395075"/>
          </a:xfrm>
        </p:grpSpPr>
        <p:sp>
          <p:nvSpPr>
            <p:cNvPr id="39" name="Google Shape;39;p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>
            <a:off x="3152443" y="4724757"/>
            <a:ext cx="269399" cy="256048"/>
            <a:chOff x="1406075" y="3845750"/>
            <a:chExt cx="415675" cy="395075"/>
          </a:xfrm>
        </p:grpSpPr>
        <p:sp>
          <p:nvSpPr>
            <p:cNvPr id="43" name="Google Shape;43;p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" name="Google Shape;46;p3"/>
          <p:cNvGrpSpPr/>
          <p:nvPr/>
        </p:nvGrpSpPr>
        <p:grpSpPr>
          <a:xfrm>
            <a:off x="5582668" y="150932"/>
            <a:ext cx="269399" cy="256048"/>
            <a:chOff x="1406075" y="3845750"/>
            <a:chExt cx="415675" cy="395075"/>
          </a:xfrm>
        </p:grpSpPr>
        <p:sp>
          <p:nvSpPr>
            <p:cNvPr id="47" name="Google Shape;47;p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3"/>
          <p:cNvGrpSpPr/>
          <p:nvPr/>
        </p:nvGrpSpPr>
        <p:grpSpPr>
          <a:xfrm>
            <a:off x="364893" y="3255707"/>
            <a:ext cx="269399" cy="256048"/>
            <a:chOff x="1406075" y="3845750"/>
            <a:chExt cx="415675" cy="395075"/>
          </a:xfrm>
        </p:grpSpPr>
        <p:sp>
          <p:nvSpPr>
            <p:cNvPr id="51" name="Google Shape;51;p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>
            <a:hlinkClick action="ppaction://hlinksldjump" r:id="rId2"/>
          </p:cNvPr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720000" y="1152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8" name="Google Shape;58;p4"/>
          <p:cNvGrpSpPr/>
          <p:nvPr/>
        </p:nvGrpSpPr>
        <p:grpSpPr>
          <a:xfrm>
            <a:off x="229068" y="4147807"/>
            <a:ext cx="269399" cy="256048"/>
            <a:chOff x="1406075" y="3845750"/>
            <a:chExt cx="415675" cy="395075"/>
          </a:xfrm>
        </p:grpSpPr>
        <p:sp>
          <p:nvSpPr>
            <p:cNvPr id="59" name="Google Shape;59;p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4"/>
          <p:cNvGrpSpPr/>
          <p:nvPr/>
        </p:nvGrpSpPr>
        <p:grpSpPr>
          <a:xfrm>
            <a:off x="580393" y="4619732"/>
            <a:ext cx="269399" cy="256048"/>
            <a:chOff x="1406075" y="3845750"/>
            <a:chExt cx="415675" cy="395075"/>
          </a:xfrm>
        </p:grpSpPr>
        <p:sp>
          <p:nvSpPr>
            <p:cNvPr id="63" name="Google Shape;63;p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" name="Google Shape;6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5913" y="700937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2788" y="249387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4"/>
          <p:cNvGrpSpPr/>
          <p:nvPr/>
        </p:nvGrpSpPr>
        <p:grpSpPr>
          <a:xfrm>
            <a:off x="8670018" y="4733532"/>
            <a:ext cx="269399" cy="256048"/>
            <a:chOff x="1406075" y="3845750"/>
            <a:chExt cx="415675" cy="395075"/>
          </a:xfrm>
        </p:grpSpPr>
        <p:sp>
          <p:nvSpPr>
            <p:cNvPr id="69" name="Google Shape;69;p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>
            <p:ph idx="1" type="subTitle"/>
          </p:nvPr>
        </p:nvSpPr>
        <p:spPr>
          <a:xfrm>
            <a:off x="1290775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2" type="subTitle"/>
          </p:nvPr>
        </p:nvSpPr>
        <p:spPr>
          <a:xfrm>
            <a:off x="4945650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3" type="subTitle"/>
          </p:nvPr>
        </p:nvSpPr>
        <p:spPr>
          <a:xfrm>
            <a:off x="1290775" y="3379875"/>
            <a:ext cx="29076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4" type="subTitle"/>
          </p:nvPr>
        </p:nvSpPr>
        <p:spPr>
          <a:xfrm>
            <a:off x="4945638" y="3302950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type="title"/>
          </p:nvPr>
        </p:nvSpPr>
        <p:spPr>
          <a:xfrm>
            <a:off x="720000" y="5173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9" name="Google Shape;79;p5"/>
          <p:cNvGrpSpPr/>
          <p:nvPr/>
        </p:nvGrpSpPr>
        <p:grpSpPr>
          <a:xfrm>
            <a:off x="327143" y="4797732"/>
            <a:ext cx="269399" cy="256048"/>
            <a:chOff x="1406075" y="3845750"/>
            <a:chExt cx="415675" cy="395075"/>
          </a:xfrm>
        </p:grpSpPr>
        <p:sp>
          <p:nvSpPr>
            <p:cNvPr id="80" name="Google Shape;80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5"/>
          <p:cNvGrpSpPr/>
          <p:nvPr/>
        </p:nvGrpSpPr>
        <p:grpSpPr>
          <a:xfrm>
            <a:off x="327143" y="129407"/>
            <a:ext cx="269399" cy="256048"/>
            <a:chOff x="1406075" y="3845750"/>
            <a:chExt cx="415675" cy="395075"/>
          </a:xfrm>
        </p:grpSpPr>
        <p:sp>
          <p:nvSpPr>
            <p:cNvPr id="84" name="Google Shape;84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8806968" y="3302957"/>
            <a:ext cx="269399" cy="256048"/>
            <a:chOff x="1406075" y="3845750"/>
            <a:chExt cx="415675" cy="395075"/>
          </a:xfrm>
        </p:grpSpPr>
        <p:sp>
          <p:nvSpPr>
            <p:cNvPr id="88" name="Google Shape;88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5"/>
          <p:cNvGrpSpPr/>
          <p:nvPr/>
        </p:nvGrpSpPr>
        <p:grpSpPr>
          <a:xfrm>
            <a:off x="57743" y="2895082"/>
            <a:ext cx="269399" cy="256048"/>
            <a:chOff x="1406075" y="3845750"/>
            <a:chExt cx="415675" cy="395075"/>
          </a:xfrm>
        </p:grpSpPr>
        <p:sp>
          <p:nvSpPr>
            <p:cNvPr id="92" name="Google Shape;92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" name="Google Shape;95;p5"/>
          <p:cNvGrpSpPr/>
          <p:nvPr/>
        </p:nvGrpSpPr>
        <p:grpSpPr>
          <a:xfrm>
            <a:off x="6370993" y="4480469"/>
            <a:ext cx="269399" cy="256048"/>
            <a:chOff x="1406075" y="3845750"/>
            <a:chExt cx="415675" cy="395075"/>
          </a:xfrm>
        </p:grpSpPr>
        <p:sp>
          <p:nvSpPr>
            <p:cNvPr id="96" name="Google Shape;96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" name="Google Shape;99;p5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142575" y="45362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542175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5"/>
          <p:cNvGrpSpPr/>
          <p:nvPr/>
        </p:nvGrpSpPr>
        <p:grpSpPr>
          <a:xfrm>
            <a:off x="8428893" y="188982"/>
            <a:ext cx="269399" cy="256048"/>
            <a:chOff x="1406075" y="3845750"/>
            <a:chExt cx="415675" cy="395075"/>
          </a:xfrm>
        </p:grpSpPr>
        <p:sp>
          <p:nvSpPr>
            <p:cNvPr id="102" name="Google Shape;102;p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>
            <p:ph type="title"/>
          </p:nvPr>
        </p:nvSpPr>
        <p:spPr>
          <a:xfrm>
            <a:off x="720000" y="448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8" name="Google Shape;108;p6"/>
          <p:cNvGrpSpPr/>
          <p:nvPr/>
        </p:nvGrpSpPr>
        <p:grpSpPr>
          <a:xfrm>
            <a:off x="95431" y="4352457"/>
            <a:ext cx="269399" cy="256048"/>
            <a:chOff x="1406075" y="3845750"/>
            <a:chExt cx="415675" cy="395075"/>
          </a:xfrm>
        </p:grpSpPr>
        <p:sp>
          <p:nvSpPr>
            <p:cNvPr id="109" name="Google Shape;109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364831" y="3324857"/>
            <a:ext cx="269399" cy="256048"/>
            <a:chOff x="1406075" y="3845750"/>
            <a:chExt cx="415675" cy="395075"/>
          </a:xfrm>
        </p:grpSpPr>
        <p:sp>
          <p:nvSpPr>
            <p:cNvPr id="113" name="Google Shape;113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223306" y="188982"/>
            <a:ext cx="269399" cy="256048"/>
            <a:chOff x="1406075" y="3845750"/>
            <a:chExt cx="415675" cy="395075"/>
          </a:xfrm>
        </p:grpSpPr>
        <p:sp>
          <p:nvSpPr>
            <p:cNvPr id="117" name="Google Shape;117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6"/>
          <p:cNvGrpSpPr/>
          <p:nvPr/>
        </p:nvGrpSpPr>
        <p:grpSpPr>
          <a:xfrm>
            <a:off x="7723556" y="47557"/>
            <a:ext cx="269399" cy="256048"/>
            <a:chOff x="1406075" y="3845750"/>
            <a:chExt cx="415675" cy="395075"/>
          </a:xfrm>
        </p:grpSpPr>
        <p:sp>
          <p:nvSpPr>
            <p:cNvPr id="121" name="Google Shape;121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6"/>
          <p:cNvGrpSpPr/>
          <p:nvPr/>
        </p:nvGrpSpPr>
        <p:grpSpPr>
          <a:xfrm>
            <a:off x="8790706" y="1335132"/>
            <a:ext cx="269399" cy="256048"/>
            <a:chOff x="1406075" y="3845750"/>
            <a:chExt cx="415675" cy="395075"/>
          </a:xfrm>
        </p:grpSpPr>
        <p:sp>
          <p:nvSpPr>
            <p:cNvPr id="125" name="Google Shape;125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8521306" y="4256607"/>
            <a:ext cx="269399" cy="256048"/>
            <a:chOff x="1406075" y="3845750"/>
            <a:chExt cx="415675" cy="395075"/>
          </a:xfrm>
        </p:grpSpPr>
        <p:sp>
          <p:nvSpPr>
            <p:cNvPr id="129" name="Google Shape;129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7056456" y="4683094"/>
            <a:ext cx="269399" cy="256048"/>
            <a:chOff x="1406075" y="3845750"/>
            <a:chExt cx="415675" cy="395075"/>
          </a:xfrm>
        </p:grpSpPr>
        <p:sp>
          <p:nvSpPr>
            <p:cNvPr id="133" name="Google Shape;133;p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250250" y="2424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466950" y="688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364825" y="46084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7889100" y="61249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720000" y="1540175"/>
            <a:ext cx="5193300" cy="15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7"/>
          <p:cNvSpPr txBox="1"/>
          <p:nvPr>
            <p:ph type="title"/>
          </p:nvPr>
        </p:nvSpPr>
        <p:spPr>
          <a:xfrm>
            <a:off x="720000" y="5135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7"/>
          <p:cNvGrpSpPr/>
          <p:nvPr/>
        </p:nvGrpSpPr>
        <p:grpSpPr>
          <a:xfrm>
            <a:off x="295081" y="3723532"/>
            <a:ext cx="269399" cy="256048"/>
            <a:chOff x="1406075" y="3845750"/>
            <a:chExt cx="415675" cy="395075"/>
          </a:xfrm>
        </p:grpSpPr>
        <p:sp>
          <p:nvSpPr>
            <p:cNvPr id="145" name="Google Shape;145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162731" y="406982"/>
            <a:ext cx="269399" cy="256048"/>
            <a:chOff x="1406075" y="3845750"/>
            <a:chExt cx="415675" cy="395075"/>
          </a:xfrm>
        </p:grpSpPr>
        <p:sp>
          <p:nvSpPr>
            <p:cNvPr id="149" name="Google Shape;149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7"/>
          <p:cNvGrpSpPr/>
          <p:nvPr/>
        </p:nvGrpSpPr>
        <p:grpSpPr>
          <a:xfrm>
            <a:off x="8081131" y="4480482"/>
            <a:ext cx="269399" cy="256048"/>
            <a:chOff x="1406075" y="3845750"/>
            <a:chExt cx="415675" cy="395075"/>
          </a:xfrm>
        </p:grpSpPr>
        <p:sp>
          <p:nvSpPr>
            <p:cNvPr id="153" name="Google Shape;153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6007681" y="7"/>
            <a:ext cx="269399" cy="256048"/>
            <a:chOff x="1406075" y="3845750"/>
            <a:chExt cx="415675" cy="395075"/>
          </a:xfrm>
        </p:grpSpPr>
        <p:sp>
          <p:nvSpPr>
            <p:cNvPr id="157" name="Google Shape;157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937168" y="4736532"/>
            <a:ext cx="269399" cy="256048"/>
            <a:chOff x="1406075" y="3845750"/>
            <a:chExt cx="415675" cy="395075"/>
          </a:xfrm>
        </p:grpSpPr>
        <p:sp>
          <p:nvSpPr>
            <p:cNvPr id="161" name="Google Shape;161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7"/>
          <p:cNvGrpSpPr/>
          <p:nvPr/>
        </p:nvGrpSpPr>
        <p:grpSpPr>
          <a:xfrm>
            <a:off x="3749906" y="4836257"/>
            <a:ext cx="269399" cy="256048"/>
            <a:chOff x="1406075" y="3845750"/>
            <a:chExt cx="415675" cy="395075"/>
          </a:xfrm>
        </p:grpSpPr>
        <p:sp>
          <p:nvSpPr>
            <p:cNvPr id="165" name="Google Shape;165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7"/>
          <p:cNvGrpSpPr/>
          <p:nvPr/>
        </p:nvGrpSpPr>
        <p:grpSpPr>
          <a:xfrm>
            <a:off x="8742731" y="1911732"/>
            <a:ext cx="269399" cy="256048"/>
            <a:chOff x="1406075" y="3845750"/>
            <a:chExt cx="415675" cy="395075"/>
          </a:xfrm>
        </p:grpSpPr>
        <p:sp>
          <p:nvSpPr>
            <p:cNvPr id="169" name="Google Shape;169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" name="Google Shape;172;p7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664413" y="38726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78600" y="42032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1136550" y="37980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1685450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7"/>
          <p:cNvGrpSpPr/>
          <p:nvPr/>
        </p:nvGrpSpPr>
        <p:grpSpPr>
          <a:xfrm>
            <a:off x="8041281" y="852082"/>
            <a:ext cx="269399" cy="256048"/>
            <a:chOff x="1406075" y="3845750"/>
            <a:chExt cx="415675" cy="395075"/>
          </a:xfrm>
        </p:grpSpPr>
        <p:sp>
          <p:nvSpPr>
            <p:cNvPr id="177" name="Google Shape;177;p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 txBox="1"/>
          <p:nvPr>
            <p:ph type="title"/>
          </p:nvPr>
        </p:nvSpPr>
        <p:spPr>
          <a:xfrm>
            <a:off x="1879050" y="1096350"/>
            <a:ext cx="5385900" cy="29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83" name="Google Shape;18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0113" y="42711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3088" y="37996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040038" y="6868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8"/>
          <p:cNvGrpSpPr/>
          <p:nvPr/>
        </p:nvGrpSpPr>
        <p:grpSpPr>
          <a:xfrm>
            <a:off x="8040056" y="4271157"/>
            <a:ext cx="269399" cy="256048"/>
            <a:chOff x="1406075" y="3845750"/>
            <a:chExt cx="415675" cy="395075"/>
          </a:xfrm>
        </p:grpSpPr>
        <p:sp>
          <p:nvSpPr>
            <p:cNvPr id="187" name="Google Shape;187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p8"/>
          <p:cNvGrpSpPr/>
          <p:nvPr/>
        </p:nvGrpSpPr>
        <p:grpSpPr>
          <a:xfrm>
            <a:off x="1681506" y="196332"/>
            <a:ext cx="269399" cy="256048"/>
            <a:chOff x="1406075" y="3845750"/>
            <a:chExt cx="415675" cy="395075"/>
          </a:xfrm>
        </p:grpSpPr>
        <p:sp>
          <p:nvSpPr>
            <p:cNvPr id="191" name="Google Shape;191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8"/>
          <p:cNvGrpSpPr/>
          <p:nvPr/>
        </p:nvGrpSpPr>
        <p:grpSpPr>
          <a:xfrm>
            <a:off x="445706" y="4271157"/>
            <a:ext cx="269399" cy="256048"/>
            <a:chOff x="1406075" y="3845750"/>
            <a:chExt cx="415675" cy="395075"/>
          </a:xfrm>
        </p:grpSpPr>
        <p:sp>
          <p:nvSpPr>
            <p:cNvPr id="195" name="Google Shape;195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114306" y="2802082"/>
            <a:ext cx="269399" cy="256048"/>
            <a:chOff x="1406075" y="3845750"/>
            <a:chExt cx="415675" cy="395075"/>
          </a:xfrm>
        </p:grpSpPr>
        <p:sp>
          <p:nvSpPr>
            <p:cNvPr id="199" name="Google Shape;199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8"/>
          <p:cNvGrpSpPr/>
          <p:nvPr/>
        </p:nvGrpSpPr>
        <p:grpSpPr>
          <a:xfrm>
            <a:off x="8547206" y="93857"/>
            <a:ext cx="269399" cy="256048"/>
            <a:chOff x="1406075" y="3845750"/>
            <a:chExt cx="415675" cy="395075"/>
          </a:xfrm>
        </p:grpSpPr>
        <p:sp>
          <p:nvSpPr>
            <p:cNvPr id="203" name="Google Shape;203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8"/>
          <p:cNvGrpSpPr/>
          <p:nvPr/>
        </p:nvGrpSpPr>
        <p:grpSpPr>
          <a:xfrm>
            <a:off x="8816606" y="2123257"/>
            <a:ext cx="269399" cy="256048"/>
            <a:chOff x="1406075" y="3845750"/>
            <a:chExt cx="415675" cy="395075"/>
          </a:xfrm>
        </p:grpSpPr>
        <p:sp>
          <p:nvSpPr>
            <p:cNvPr id="207" name="Google Shape;207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3831456" y="4813257"/>
            <a:ext cx="269399" cy="256048"/>
            <a:chOff x="1406075" y="3845750"/>
            <a:chExt cx="415675" cy="395075"/>
          </a:xfrm>
        </p:grpSpPr>
        <p:sp>
          <p:nvSpPr>
            <p:cNvPr id="211" name="Google Shape;211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8"/>
          <p:cNvGrpSpPr/>
          <p:nvPr/>
        </p:nvGrpSpPr>
        <p:grpSpPr>
          <a:xfrm>
            <a:off x="7375281" y="686857"/>
            <a:ext cx="269399" cy="256048"/>
            <a:chOff x="1406075" y="3845750"/>
            <a:chExt cx="415675" cy="395075"/>
          </a:xfrm>
        </p:grpSpPr>
        <p:sp>
          <p:nvSpPr>
            <p:cNvPr id="215" name="Google Shape;215;p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8" name="Google Shape;21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85263" y="39315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61532" t="61366"/>
          <a:stretch/>
        </p:blipFill>
        <p:spPr>
          <a:xfrm>
            <a:off x="8371775" y="37200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61532" t="61366"/>
          <a:stretch/>
        </p:blipFill>
        <p:spPr>
          <a:xfrm>
            <a:off x="8525325" y="404714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 txBox="1"/>
          <p:nvPr>
            <p:ph type="title"/>
          </p:nvPr>
        </p:nvSpPr>
        <p:spPr>
          <a:xfrm>
            <a:off x="715100" y="1522593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4" name="Google Shape;224;p9"/>
          <p:cNvSpPr txBox="1"/>
          <p:nvPr>
            <p:ph idx="1" type="subTitle"/>
          </p:nvPr>
        </p:nvSpPr>
        <p:spPr>
          <a:xfrm>
            <a:off x="715175" y="2456007"/>
            <a:ext cx="4740300" cy="1164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113" y="4454362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0388" y="4199012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9"/>
          <p:cNvGrpSpPr/>
          <p:nvPr/>
        </p:nvGrpSpPr>
        <p:grpSpPr>
          <a:xfrm>
            <a:off x="330568" y="4694007"/>
            <a:ext cx="269399" cy="256048"/>
            <a:chOff x="1406075" y="3845750"/>
            <a:chExt cx="415675" cy="395075"/>
          </a:xfrm>
        </p:grpSpPr>
        <p:sp>
          <p:nvSpPr>
            <p:cNvPr id="228" name="Google Shape;228;p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9"/>
          <p:cNvGrpSpPr/>
          <p:nvPr/>
        </p:nvGrpSpPr>
        <p:grpSpPr>
          <a:xfrm>
            <a:off x="1461443" y="278957"/>
            <a:ext cx="269399" cy="256048"/>
            <a:chOff x="1406075" y="3845750"/>
            <a:chExt cx="415675" cy="395075"/>
          </a:xfrm>
        </p:grpSpPr>
        <p:sp>
          <p:nvSpPr>
            <p:cNvPr id="232" name="Google Shape;232;p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118693" y="1266557"/>
            <a:ext cx="269399" cy="256048"/>
            <a:chOff x="1406075" y="3845750"/>
            <a:chExt cx="415675" cy="395075"/>
          </a:xfrm>
        </p:grpSpPr>
        <p:sp>
          <p:nvSpPr>
            <p:cNvPr id="236" name="Google Shape;236;p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9"/>
          <p:cNvGrpSpPr/>
          <p:nvPr/>
        </p:nvGrpSpPr>
        <p:grpSpPr>
          <a:xfrm>
            <a:off x="8076318" y="4694007"/>
            <a:ext cx="269399" cy="256048"/>
            <a:chOff x="1406075" y="3845750"/>
            <a:chExt cx="415675" cy="395075"/>
          </a:xfrm>
        </p:grpSpPr>
        <p:sp>
          <p:nvSpPr>
            <p:cNvPr id="240" name="Google Shape;240;p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>
            <p:ph type="title"/>
          </p:nvPr>
        </p:nvSpPr>
        <p:spPr>
          <a:xfrm>
            <a:off x="715100" y="535000"/>
            <a:ext cx="41478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45" name="Google Shape;245;p10"/>
          <p:cNvGrpSpPr/>
          <p:nvPr/>
        </p:nvGrpSpPr>
        <p:grpSpPr>
          <a:xfrm>
            <a:off x="307106" y="1591582"/>
            <a:ext cx="269399" cy="256048"/>
            <a:chOff x="1406075" y="3845750"/>
            <a:chExt cx="415675" cy="395075"/>
          </a:xfrm>
        </p:grpSpPr>
        <p:sp>
          <p:nvSpPr>
            <p:cNvPr id="246" name="Google Shape;246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971256" y="4726407"/>
            <a:ext cx="269399" cy="256048"/>
            <a:chOff x="1406075" y="3845750"/>
            <a:chExt cx="415675" cy="395075"/>
          </a:xfrm>
        </p:grpSpPr>
        <p:sp>
          <p:nvSpPr>
            <p:cNvPr id="250" name="Google Shape;250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10"/>
          <p:cNvGrpSpPr/>
          <p:nvPr/>
        </p:nvGrpSpPr>
        <p:grpSpPr>
          <a:xfrm>
            <a:off x="8767731" y="3832882"/>
            <a:ext cx="269399" cy="256048"/>
            <a:chOff x="1406075" y="3845750"/>
            <a:chExt cx="415675" cy="395075"/>
          </a:xfrm>
        </p:grpSpPr>
        <p:sp>
          <p:nvSpPr>
            <p:cNvPr id="254" name="Google Shape;254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10"/>
          <p:cNvGrpSpPr/>
          <p:nvPr/>
        </p:nvGrpSpPr>
        <p:grpSpPr>
          <a:xfrm>
            <a:off x="7957006" y="4784482"/>
            <a:ext cx="269399" cy="256048"/>
            <a:chOff x="1406075" y="3845750"/>
            <a:chExt cx="415675" cy="395075"/>
          </a:xfrm>
        </p:grpSpPr>
        <p:sp>
          <p:nvSpPr>
            <p:cNvPr id="258" name="Google Shape;258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10"/>
          <p:cNvGrpSpPr/>
          <p:nvPr/>
        </p:nvGrpSpPr>
        <p:grpSpPr>
          <a:xfrm>
            <a:off x="4531831" y="130182"/>
            <a:ext cx="269399" cy="256048"/>
            <a:chOff x="1406075" y="3845750"/>
            <a:chExt cx="415675" cy="395075"/>
          </a:xfrm>
        </p:grpSpPr>
        <p:sp>
          <p:nvSpPr>
            <p:cNvPr id="262" name="Google Shape;262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37706" y="77657"/>
            <a:ext cx="269399" cy="256048"/>
            <a:chOff x="1406075" y="3845750"/>
            <a:chExt cx="415675" cy="395075"/>
          </a:xfrm>
        </p:grpSpPr>
        <p:sp>
          <p:nvSpPr>
            <p:cNvPr id="266" name="Google Shape;266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9" name="Google Shape;2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088" y="44037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132000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375363" y="8200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0"/>
          <p:cNvGrpSpPr/>
          <p:nvPr/>
        </p:nvGrpSpPr>
        <p:grpSpPr>
          <a:xfrm>
            <a:off x="8047506" y="820082"/>
            <a:ext cx="269399" cy="256048"/>
            <a:chOff x="1406075" y="3845750"/>
            <a:chExt cx="415675" cy="395075"/>
          </a:xfrm>
        </p:grpSpPr>
        <p:sp>
          <p:nvSpPr>
            <p:cNvPr id="273" name="Google Shape;273;p1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 txBox="1"/>
          <p:nvPr>
            <p:ph hasCustomPrompt="1" type="title"/>
          </p:nvPr>
        </p:nvSpPr>
        <p:spPr>
          <a:xfrm>
            <a:off x="3985600" y="1770050"/>
            <a:ext cx="44433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9" name="Google Shape;279;p11"/>
          <p:cNvSpPr txBox="1"/>
          <p:nvPr>
            <p:ph idx="1" type="subTitle"/>
          </p:nvPr>
        </p:nvSpPr>
        <p:spPr>
          <a:xfrm>
            <a:off x="3985600" y="3281200"/>
            <a:ext cx="4443300" cy="4956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80" name="Google Shape;280;p11"/>
          <p:cNvGrpSpPr/>
          <p:nvPr/>
        </p:nvGrpSpPr>
        <p:grpSpPr>
          <a:xfrm>
            <a:off x="336556" y="4541157"/>
            <a:ext cx="269399" cy="256048"/>
            <a:chOff x="1406075" y="3845750"/>
            <a:chExt cx="415675" cy="395075"/>
          </a:xfrm>
        </p:grpSpPr>
        <p:sp>
          <p:nvSpPr>
            <p:cNvPr id="281" name="Google Shape;281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109831" y="406982"/>
            <a:ext cx="269399" cy="256048"/>
            <a:chOff x="1406075" y="3845750"/>
            <a:chExt cx="415675" cy="395075"/>
          </a:xfrm>
        </p:grpSpPr>
        <p:sp>
          <p:nvSpPr>
            <p:cNvPr id="285" name="Google Shape;285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11"/>
          <p:cNvGrpSpPr/>
          <p:nvPr/>
        </p:nvGrpSpPr>
        <p:grpSpPr>
          <a:xfrm>
            <a:off x="8551281" y="214732"/>
            <a:ext cx="269399" cy="256048"/>
            <a:chOff x="1406075" y="3845750"/>
            <a:chExt cx="415675" cy="395075"/>
          </a:xfrm>
        </p:grpSpPr>
        <p:sp>
          <p:nvSpPr>
            <p:cNvPr id="289" name="Google Shape;289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8058181" y="4285107"/>
            <a:ext cx="269399" cy="256048"/>
            <a:chOff x="1406075" y="3845750"/>
            <a:chExt cx="415675" cy="395075"/>
          </a:xfrm>
        </p:grpSpPr>
        <p:sp>
          <p:nvSpPr>
            <p:cNvPr id="293" name="Google Shape;293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11"/>
          <p:cNvGrpSpPr/>
          <p:nvPr/>
        </p:nvGrpSpPr>
        <p:grpSpPr>
          <a:xfrm>
            <a:off x="2205081" y="57157"/>
            <a:ext cx="269399" cy="256048"/>
            <a:chOff x="1406075" y="3845750"/>
            <a:chExt cx="415675" cy="395075"/>
          </a:xfrm>
        </p:grpSpPr>
        <p:sp>
          <p:nvSpPr>
            <p:cNvPr id="297" name="Google Shape;297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11"/>
          <p:cNvGrpSpPr/>
          <p:nvPr/>
        </p:nvGrpSpPr>
        <p:grpSpPr>
          <a:xfrm>
            <a:off x="8820681" y="3379457"/>
            <a:ext cx="269399" cy="256048"/>
            <a:chOff x="1406075" y="3845750"/>
            <a:chExt cx="415675" cy="395075"/>
          </a:xfrm>
        </p:grpSpPr>
        <p:sp>
          <p:nvSpPr>
            <p:cNvPr id="301" name="Google Shape;301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4" name="Google Shape;304;p11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7899725" y="4069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1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263550" y="8122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1"/>
          <p:cNvGrpSpPr/>
          <p:nvPr/>
        </p:nvGrpSpPr>
        <p:grpSpPr>
          <a:xfrm>
            <a:off x="4050706" y="4843357"/>
            <a:ext cx="269399" cy="256048"/>
            <a:chOff x="1406075" y="3845750"/>
            <a:chExt cx="415675" cy="395075"/>
          </a:xfrm>
        </p:grpSpPr>
        <p:sp>
          <p:nvSpPr>
            <p:cNvPr id="307" name="Google Shape;307;p1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4" name="Google Shape;314;p13"/>
          <p:cNvSpPr txBox="1"/>
          <p:nvPr>
            <p:ph hasCustomPrompt="1" idx="2" type="title"/>
          </p:nvPr>
        </p:nvSpPr>
        <p:spPr>
          <a:xfrm>
            <a:off x="2653706" y="1255939"/>
            <a:ext cx="5973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5" name="Google Shape;315;p13"/>
          <p:cNvSpPr txBox="1"/>
          <p:nvPr>
            <p:ph idx="1" type="subTitle"/>
          </p:nvPr>
        </p:nvSpPr>
        <p:spPr>
          <a:xfrm>
            <a:off x="1699856" y="2303590"/>
            <a:ext cx="25050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3"/>
          <p:cNvSpPr txBox="1"/>
          <p:nvPr>
            <p:ph hasCustomPrompt="1" idx="3" type="title"/>
          </p:nvPr>
        </p:nvSpPr>
        <p:spPr>
          <a:xfrm>
            <a:off x="5885299" y="1255939"/>
            <a:ext cx="5973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7" name="Google Shape;317;p13"/>
          <p:cNvSpPr txBox="1"/>
          <p:nvPr>
            <p:ph idx="4" type="subTitle"/>
          </p:nvPr>
        </p:nvSpPr>
        <p:spPr>
          <a:xfrm>
            <a:off x="4931449" y="2303590"/>
            <a:ext cx="25050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3"/>
          <p:cNvSpPr txBox="1"/>
          <p:nvPr>
            <p:ph hasCustomPrompt="1" idx="5" type="title"/>
          </p:nvPr>
        </p:nvSpPr>
        <p:spPr>
          <a:xfrm>
            <a:off x="2653706" y="3083723"/>
            <a:ext cx="5973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 txBox="1"/>
          <p:nvPr>
            <p:ph idx="6" type="subTitle"/>
          </p:nvPr>
        </p:nvSpPr>
        <p:spPr>
          <a:xfrm>
            <a:off x="1699856" y="4127165"/>
            <a:ext cx="25050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13"/>
          <p:cNvSpPr txBox="1"/>
          <p:nvPr>
            <p:ph hasCustomPrompt="1" idx="7" type="title"/>
          </p:nvPr>
        </p:nvSpPr>
        <p:spPr>
          <a:xfrm>
            <a:off x="5885299" y="3083723"/>
            <a:ext cx="5973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1" name="Google Shape;321;p13"/>
          <p:cNvSpPr txBox="1"/>
          <p:nvPr>
            <p:ph idx="8" type="subTitle"/>
          </p:nvPr>
        </p:nvSpPr>
        <p:spPr>
          <a:xfrm>
            <a:off x="4931449" y="4127165"/>
            <a:ext cx="25050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3"/>
          <p:cNvSpPr txBox="1"/>
          <p:nvPr>
            <p:ph idx="9" type="subTitle"/>
          </p:nvPr>
        </p:nvSpPr>
        <p:spPr>
          <a:xfrm>
            <a:off x="1699856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13"/>
          <p:cNvSpPr txBox="1"/>
          <p:nvPr>
            <p:ph idx="13" type="subTitle"/>
          </p:nvPr>
        </p:nvSpPr>
        <p:spPr>
          <a:xfrm>
            <a:off x="4931449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4" name="Google Shape;324;p13"/>
          <p:cNvSpPr txBox="1"/>
          <p:nvPr>
            <p:ph idx="14" type="subTitle"/>
          </p:nvPr>
        </p:nvSpPr>
        <p:spPr>
          <a:xfrm>
            <a:off x="1699856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13"/>
          <p:cNvSpPr txBox="1"/>
          <p:nvPr>
            <p:ph idx="15" type="subTitle"/>
          </p:nvPr>
        </p:nvSpPr>
        <p:spPr>
          <a:xfrm>
            <a:off x="4931449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326" name="Google Shape;32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">
            <a:off x="7300899" y="162662"/>
            <a:ext cx="2256024" cy="132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 rotWithShape="1">
          <a:blip r:embed="rId3">
            <a:alphaModFix/>
          </a:blip>
          <a:srcRect b="33470" l="27420" r="0" t="0"/>
          <a:stretch/>
        </p:blipFill>
        <p:spPr>
          <a:xfrm>
            <a:off x="331150" y="4128473"/>
            <a:ext cx="890850" cy="697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13"/>
          <p:cNvGrpSpPr/>
          <p:nvPr/>
        </p:nvGrpSpPr>
        <p:grpSpPr>
          <a:xfrm>
            <a:off x="8723668" y="3028757"/>
            <a:ext cx="269399" cy="256048"/>
            <a:chOff x="1406075" y="3845750"/>
            <a:chExt cx="415675" cy="395075"/>
          </a:xfrm>
        </p:grpSpPr>
        <p:sp>
          <p:nvSpPr>
            <p:cNvPr id="329" name="Google Shape;329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13"/>
          <p:cNvGrpSpPr/>
          <p:nvPr/>
        </p:nvGrpSpPr>
        <p:grpSpPr>
          <a:xfrm>
            <a:off x="8004643" y="162657"/>
            <a:ext cx="269399" cy="256048"/>
            <a:chOff x="1406075" y="3845750"/>
            <a:chExt cx="415675" cy="395075"/>
          </a:xfrm>
        </p:grpSpPr>
        <p:sp>
          <p:nvSpPr>
            <p:cNvPr id="333" name="Google Shape;333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8004643" y="4731982"/>
            <a:ext cx="269399" cy="256048"/>
            <a:chOff x="1406075" y="3845750"/>
            <a:chExt cx="415675" cy="395075"/>
          </a:xfrm>
        </p:grpSpPr>
        <p:sp>
          <p:nvSpPr>
            <p:cNvPr id="337" name="Google Shape;337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13"/>
          <p:cNvGrpSpPr/>
          <p:nvPr/>
        </p:nvGrpSpPr>
        <p:grpSpPr>
          <a:xfrm>
            <a:off x="402618" y="49957"/>
            <a:ext cx="269399" cy="256048"/>
            <a:chOff x="1406075" y="3845750"/>
            <a:chExt cx="415675" cy="395075"/>
          </a:xfrm>
        </p:grpSpPr>
        <p:sp>
          <p:nvSpPr>
            <p:cNvPr id="341" name="Google Shape;341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13"/>
          <p:cNvGrpSpPr/>
          <p:nvPr/>
        </p:nvGrpSpPr>
        <p:grpSpPr>
          <a:xfrm>
            <a:off x="719993" y="4833157"/>
            <a:ext cx="269399" cy="256048"/>
            <a:chOff x="1406075" y="3845750"/>
            <a:chExt cx="415675" cy="395075"/>
          </a:xfrm>
        </p:grpSpPr>
        <p:sp>
          <p:nvSpPr>
            <p:cNvPr id="345" name="Google Shape;345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13"/>
          <p:cNvGrpSpPr/>
          <p:nvPr/>
        </p:nvGrpSpPr>
        <p:grpSpPr>
          <a:xfrm>
            <a:off x="269668" y="3865582"/>
            <a:ext cx="269399" cy="256048"/>
            <a:chOff x="1406075" y="3845750"/>
            <a:chExt cx="415675" cy="395075"/>
          </a:xfrm>
        </p:grpSpPr>
        <p:sp>
          <p:nvSpPr>
            <p:cNvPr id="349" name="Google Shape;349;p1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 txBox="1"/>
          <p:nvPr>
            <p:ph idx="1" type="subTitle"/>
          </p:nvPr>
        </p:nvSpPr>
        <p:spPr>
          <a:xfrm>
            <a:off x="715100" y="3205095"/>
            <a:ext cx="40254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14"/>
          <p:cNvSpPr txBox="1"/>
          <p:nvPr>
            <p:ph type="title"/>
          </p:nvPr>
        </p:nvSpPr>
        <p:spPr>
          <a:xfrm>
            <a:off x="715100" y="2665555"/>
            <a:ext cx="402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56" name="Google Shape;356;p14"/>
          <p:cNvGrpSpPr/>
          <p:nvPr/>
        </p:nvGrpSpPr>
        <p:grpSpPr>
          <a:xfrm>
            <a:off x="267506" y="4412382"/>
            <a:ext cx="269399" cy="256048"/>
            <a:chOff x="1406075" y="3845750"/>
            <a:chExt cx="415675" cy="395075"/>
          </a:xfrm>
        </p:grpSpPr>
        <p:sp>
          <p:nvSpPr>
            <p:cNvPr id="357" name="Google Shape;357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14"/>
          <p:cNvGrpSpPr/>
          <p:nvPr/>
        </p:nvGrpSpPr>
        <p:grpSpPr>
          <a:xfrm>
            <a:off x="8761406" y="4239557"/>
            <a:ext cx="269399" cy="256048"/>
            <a:chOff x="1406075" y="3845750"/>
            <a:chExt cx="415675" cy="395075"/>
          </a:xfrm>
        </p:grpSpPr>
        <p:sp>
          <p:nvSpPr>
            <p:cNvPr id="361" name="Google Shape;361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14"/>
          <p:cNvGrpSpPr/>
          <p:nvPr/>
        </p:nvGrpSpPr>
        <p:grpSpPr>
          <a:xfrm>
            <a:off x="7282656" y="4722632"/>
            <a:ext cx="269399" cy="256048"/>
            <a:chOff x="1406075" y="3845750"/>
            <a:chExt cx="415675" cy="395075"/>
          </a:xfrm>
        </p:grpSpPr>
        <p:sp>
          <p:nvSpPr>
            <p:cNvPr id="365" name="Google Shape;365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" name="Google Shape;368;p14"/>
          <p:cNvGrpSpPr/>
          <p:nvPr/>
        </p:nvGrpSpPr>
        <p:grpSpPr>
          <a:xfrm>
            <a:off x="8492006" y="2378432"/>
            <a:ext cx="269399" cy="256048"/>
            <a:chOff x="1406075" y="3845750"/>
            <a:chExt cx="415675" cy="395075"/>
          </a:xfrm>
        </p:grpSpPr>
        <p:sp>
          <p:nvSpPr>
            <p:cNvPr id="369" name="Google Shape;369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14"/>
          <p:cNvGrpSpPr/>
          <p:nvPr/>
        </p:nvGrpSpPr>
        <p:grpSpPr>
          <a:xfrm>
            <a:off x="399781" y="1952182"/>
            <a:ext cx="269399" cy="256048"/>
            <a:chOff x="1406075" y="3845750"/>
            <a:chExt cx="415675" cy="395075"/>
          </a:xfrm>
        </p:grpSpPr>
        <p:sp>
          <p:nvSpPr>
            <p:cNvPr id="373" name="Google Shape;373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76" name="Google Shape;37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88" y="455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4"/>
          <p:cNvGrpSpPr/>
          <p:nvPr/>
        </p:nvGrpSpPr>
        <p:grpSpPr>
          <a:xfrm>
            <a:off x="6534956" y="199932"/>
            <a:ext cx="269399" cy="256048"/>
            <a:chOff x="1406075" y="3845750"/>
            <a:chExt cx="415675" cy="395075"/>
          </a:xfrm>
        </p:grpSpPr>
        <p:sp>
          <p:nvSpPr>
            <p:cNvPr id="378" name="Google Shape;378;p1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4" name="Google Shape;384;p15"/>
          <p:cNvSpPr txBox="1"/>
          <p:nvPr>
            <p:ph idx="1" type="subTitle"/>
          </p:nvPr>
        </p:nvSpPr>
        <p:spPr>
          <a:xfrm>
            <a:off x="7200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15"/>
          <p:cNvSpPr txBox="1"/>
          <p:nvPr>
            <p:ph idx="2" type="subTitle"/>
          </p:nvPr>
        </p:nvSpPr>
        <p:spPr>
          <a:xfrm>
            <a:off x="720000" y="2496151"/>
            <a:ext cx="2336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5"/>
          <p:cNvSpPr txBox="1"/>
          <p:nvPr>
            <p:ph idx="3" type="subTitle"/>
          </p:nvPr>
        </p:nvSpPr>
        <p:spPr>
          <a:xfrm>
            <a:off x="3403800" y="3639151"/>
            <a:ext cx="2336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5"/>
          <p:cNvSpPr txBox="1"/>
          <p:nvPr>
            <p:ph idx="4" type="subTitle"/>
          </p:nvPr>
        </p:nvSpPr>
        <p:spPr>
          <a:xfrm>
            <a:off x="6087600" y="2496151"/>
            <a:ext cx="2336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5"/>
          <p:cNvSpPr txBox="1"/>
          <p:nvPr>
            <p:ph idx="5" type="subTitle"/>
          </p:nvPr>
        </p:nvSpPr>
        <p:spPr>
          <a:xfrm>
            <a:off x="3403800" y="3201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9" name="Google Shape;389;p15"/>
          <p:cNvSpPr txBox="1"/>
          <p:nvPr>
            <p:ph idx="6" type="subTitle"/>
          </p:nvPr>
        </p:nvSpPr>
        <p:spPr>
          <a:xfrm>
            <a:off x="60876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90" name="Google Shape;390;p15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391" name="Google Shape;391;p1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15"/>
          <p:cNvGrpSpPr/>
          <p:nvPr/>
        </p:nvGrpSpPr>
        <p:grpSpPr>
          <a:xfrm>
            <a:off x="8482106" y="761682"/>
            <a:ext cx="269399" cy="256048"/>
            <a:chOff x="1406075" y="3845750"/>
            <a:chExt cx="415675" cy="395075"/>
          </a:xfrm>
        </p:grpSpPr>
        <p:sp>
          <p:nvSpPr>
            <p:cNvPr id="395" name="Google Shape;395;p1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15"/>
          <p:cNvGrpSpPr/>
          <p:nvPr/>
        </p:nvGrpSpPr>
        <p:grpSpPr>
          <a:xfrm>
            <a:off x="7602056" y="4739282"/>
            <a:ext cx="269399" cy="256048"/>
            <a:chOff x="1406075" y="3845750"/>
            <a:chExt cx="415675" cy="395075"/>
          </a:xfrm>
        </p:grpSpPr>
        <p:sp>
          <p:nvSpPr>
            <p:cNvPr id="399" name="Google Shape;399;p1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5"/>
          <p:cNvGrpSpPr/>
          <p:nvPr/>
        </p:nvGrpSpPr>
        <p:grpSpPr>
          <a:xfrm>
            <a:off x="8819906" y="3605807"/>
            <a:ext cx="269399" cy="256048"/>
            <a:chOff x="1406075" y="3845750"/>
            <a:chExt cx="415675" cy="395075"/>
          </a:xfrm>
        </p:grpSpPr>
        <p:sp>
          <p:nvSpPr>
            <p:cNvPr id="403" name="Google Shape;403;p1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15"/>
          <p:cNvGrpSpPr/>
          <p:nvPr/>
        </p:nvGrpSpPr>
        <p:grpSpPr>
          <a:xfrm>
            <a:off x="8086876" y="4562545"/>
            <a:ext cx="684048" cy="406653"/>
            <a:chOff x="152963" y="1275314"/>
            <a:chExt cx="777239" cy="462053"/>
          </a:xfrm>
        </p:grpSpPr>
        <p:sp>
          <p:nvSpPr>
            <p:cNvPr id="407" name="Google Shape;407;p15"/>
            <p:cNvSpPr/>
            <p:nvPr/>
          </p:nvSpPr>
          <p:spPr>
            <a:xfrm>
              <a:off x="152963" y="1339318"/>
              <a:ext cx="777239" cy="398049"/>
            </a:xfrm>
            <a:custGeom>
              <a:rect b="b" l="l" r="r" t="t"/>
              <a:pathLst>
                <a:path extrusionOk="0" h="2784" w="5436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8" name="Google Shape;408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09" name="Google Shape;409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rect b="b" l="l" r="r" t="t"/>
                <a:pathLst>
                  <a:path extrusionOk="0" h="2784" w="5436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rect b="b" l="l" r="r" t="t"/>
                <a:pathLst>
                  <a:path extrusionOk="0" h="2760" w="5436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rect b="b" l="l" r="r" t="t"/>
                <a:pathLst>
                  <a:path extrusionOk="0" h="1232" w="2663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rect b="b" l="l" r="r" t="t"/>
                <a:pathLst>
                  <a:path extrusionOk="0" h="1443" w="2515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" name="Google Shape;413;p15"/>
          <p:cNvGrpSpPr/>
          <p:nvPr/>
        </p:nvGrpSpPr>
        <p:grpSpPr>
          <a:xfrm>
            <a:off x="8174689" y="4050520"/>
            <a:ext cx="684048" cy="406653"/>
            <a:chOff x="152963" y="1275314"/>
            <a:chExt cx="777239" cy="462053"/>
          </a:xfrm>
        </p:grpSpPr>
        <p:sp>
          <p:nvSpPr>
            <p:cNvPr id="414" name="Google Shape;414;p15"/>
            <p:cNvSpPr/>
            <p:nvPr/>
          </p:nvSpPr>
          <p:spPr>
            <a:xfrm>
              <a:off x="152963" y="1339318"/>
              <a:ext cx="777239" cy="398049"/>
            </a:xfrm>
            <a:custGeom>
              <a:rect b="b" l="l" r="r" t="t"/>
              <a:pathLst>
                <a:path extrusionOk="0" h="2784" w="5436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5" name="Google Shape;415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16" name="Google Shape;416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rect b="b" l="l" r="r" t="t"/>
                <a:pathLst>
                  <a:path extrusionOk="0" h="2784" w="5436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rect b="b" l="l" r="r" t="t"/>
                <a:pathLst>
                  <a:path extrusionOk="0" h="2760" w="5436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rect b="b" l="l" r="r" t="t"/>
                <a:pathLst>
                  <a:path extrusionOk="0" h="1232" w="2663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rect b="b" l="l" r="r" t="t"/>
                <a:pathLst>
                  <a:path extrusionOk="0" h="1443" w="2515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0" name="Google Shape;420;p15"/>
          <p:cNvGrpSpPr/>
          <p:nvPr/>
        </p:nvGrpSpPr>
        <p:grpSpPr>
          <a:xfrm flipH="1">
            <a:off x="240514" y="4457170"/>
            <a:ext cx="684048" cy="406653"/>
            <a:chOff x="152963" y="1275314"/>
            <a:chExt cx="777239" cy="462053"/>
          </a:xfrm>
        </p:grpSpPr>
        <p:sp>
          <p:nvSpPr>
            <p:cNvPr id="421" name="Google Shape;421;p15"/>
            <p:cNvSpPr/>
            <p:nvPr/>
          </p:nvSpPr>
          <p:spPr>
            <a:xfrm>
              <a:off x="152963" y="1339318"/>
              <a:ext cx="777239" cy="398049"/>
            </a:xfrm>
            <a:custGeom>
              <a:rect b="b" l="l" r="r" t="t"/>
              <a:pathLst>
                <a:path extrusionOk="0" h="2784" w="5436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2" name="Google Shape;422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23" name="Google Shape;423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rect b="b" l="l" r="r" t="t"/>
                <a:pathLst>
                  <a:path extrusionOk="0" h="2784" w="5436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rect b="b" l="l" r="r" t="t"/>
                <a:pathLst>
                  <a:path extrusionOk="0" h="2760" w="5436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rect b="b" l="l" r="r" t="t"/>
                <a:pathLst>
                  <a:path extrusionOk="0" h="1232" w="2663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rect b="b" l="l" r="r" t="t"/>
                <a:pathLst>
                  <a:path extrusionOk="0" h="1443" w="2515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7" name="Google Shape;427;p15"/>
          <p:cNvGrpSpPr/>
          <p:nvPr/>
        </p:nvGrpSpPr>
        <p:grpSpPr>
          <a:xfrm>
            <a:off x="996281" y="4125832"/>
            <a:ext cx="269399" cy="256048"/>
            <a:chOff x="1406075" y="3845750"/>
            <a:chExt cx="415675" cy="395075"/>
          </a:xfrm>
        </p:grpSpPr>
        <p:sp>
          <p:nvSpPr>
            <p:cNvPr id="428" name="Google Shape;428;p1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4" name="Google Shape;434;p16"/>
          <p:cNvSpPr txBox="1"/>
          <p:nvPr>
            <p:ph idx="1" type="subTitle"/>
          </p:nvPr>
        </p:nvSpPr>
        <p:spPr>
          <a:xfrm>
            <a:off x="717997" y="3284888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16"/>
          <p:cNvSpPr txBox="1"/>
          <p:nvPr>
            <p:ph idx="2" type="subTitle"/>
          </p:nvPr>
        </p:nvSpPr>
        <p:spPr>
          <a:xfrm>
            <a:off x="3378495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6" name="Google Shape;436;p16"/>
          <p:cNvSpPr txBox="1"/>
          <p:nvPr>
            <p:ph idx="3" type="subTitle"/>
          </p:nvPr>
        </p:nvSpPr>
        <p:spPr>
          <a:xfrm>
            <a:off x="6006278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b="1" sz="2000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7" name="Google Shape;437;p16"/>
          <p:cNvSpPr txBox="1"/>
          <p:nvPr>
            <p:ph idx="4" type="subTitle"/>
          </p:nvPr>
        </p:nvSpPr>
        <p:spPr>
          <a:xfrm>
            <a:off x="715100" y="2232200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6"/>
          <p:cNvSpPr txBox="1"/>
          <p:nvPr>
            <p:ph idx="5" type="subTitle"/>
          </p:nvPr>
        </p:nvSpPr>
        <p:spPr>
          <a:xfrm>
            <a:off x="3375596" y="2232211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6"/>
          <p:cNvSpPr txBox="1"/>
          <p:nvPr>
            <p:ph idx="6" type="subTitle"/>
          </p:nvPr>
        </p:nvSpPr>
        <p:spPr>
          <a:xfrm>
            <a:off x="6003377" y="2232223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0" name="Google Shape;440;p16"/>
          <p:cNvGrpSpPr/>
          <p:nvPr/>
        </p:nvGrpSpPr>
        <p:grpSpPr>
          <a:xfrm>
            <a:off x="102181" y="4173582"/>
            <a:ext cx="269399" cy="256048"/>
            <a:chOff x="1406075" y="3845750"/>
            <a:chExt cx="415675" cy="395075"/>
          </a:xfrm>
        </p:grpSpPr>
        <p:sp>
          <p:nvSpPr>
            <p:cNvPr id="441" name="Google Shape;441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16"/>
          <p:cNvGrpSpPr/>
          <p:nvPr/>
        </p:nvGrpSpPr>
        <p:grpSpPr>
          <a:xfrm>
            <a:off x="4016256" y="4717182"/>
            <a:ext cx="269399" cy="256048"/>
            <a:chOff x="1406075" y="3845750"/>
            <a:chExt cx="415675" cy="395075"/>
          </a:xfrm>
        </p:grpSpPr>
        <p:sp>
          <p:nvSpPr>
            <p:cNvPr id="445" name="Google Shape;445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6"/>
          <p:cNvGrpSpPr/>
          <p:nvPr/>
        </p:nvGrpSpPr>
        <p:grpSpPr>
          <a:xfrm>
            <a:off x="8568206" y="3638832"/>
            <a:ext cx="269399" cy="256048"/>
            <a:chOff x="1406075" y="3845750"/>
            <a:chExt cx="415675" cy="395075"/>
          </a:xfrm>
        </p:grpSpPr>
        <p:sp>
          <p:nvSpPr>
            <p:cNvPr id="449" name="Google Shape;449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16"/>
          <p:cNvGrpSpPr/>
          <p:nvPr/>
        </p:nvGrpSpPr>
        <p:grpSpPr>
          <a:xfrm>
            <a:off x="371581" y="1687907"/>
            <a:ext cx="269399" cy="256048"/>
            <a:chOff x="1406075" y="3845750"/>
            <a:chExt cx="415675" cy="395075"/>
          </a:xfrm>
        </p:grpSpPr>
        <p:sp>
          <p:nvSpPr>
            <p:cNvPr id="453" name="Google Shape;453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6" name="Google Shape;45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70672" y="310450"/>
            <a:ext cx="1872376" cy="127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6"/>
          <p:cNvPicPr preferRelativeResize="0"/>
          <p:nvPr/>
        </p:nvPicPr>
        <p:blipFill rotWithShape="1">
          <a:blip r:embed="rId3">
            <a:alphaModFix/>
          </a:blip>
          <a:srcRect b="0" l="0" r="61532" t="61366"/>
          <a:stretch/>
        </p:blipFill>
        <p:spPr>
          <a:xfrm flipH="1">
            <a:off x="442275" y="45680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b="0" l="0" r="61532" t="61366"/>
          <a:stretch/>
        </p:blipFill>
        <p:spPr>
          <a:xfrm>
            <a:off x="819750" y="4173580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1540131" y="188982"/>
            <a:ext cx="269399" cy="256048"/>
            <a:chOff x="1406075" y="3845750"/>
            <a:chExt cx="415675" cy="395075"/>
          </a:xfrm>
        </p:grpSpPr>
        <p:sp>
          <p:nvSpPr>
            <p:cNvPr id="460" name="Google Shape;460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16"/>
          <p:cNvGrpSpPr/>
          <p:nvPr/>
        </p:nvGrpSpPr>
        <p:grpSpPr>
          <a:xfrm>
            <a:off x="8568206" y="310457"/>
            <a:ext cx="269399" cy="256048"/>
            <a:chOff x="1406075" y="3845750"/>
            <a:chExt cx="415675" cy="395075"/>
          </a:xfrm>
        </p:grpSpPr>
        <p:sp>
          <p:nvSpPr>
            <p:cNvPr id="464" name="Google Shape;464;p1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0" name="Google Shape;470;p17"/>
          <p:cNvSpPr txBox="1"/>
          <p:nvPr>
            <p:ph idx="1" type="subTitle"/>
          </p:nvPr>
        </p:nvSpPr>
        <p:spPr>
          <a:xfrm>
            <a:off x="1177125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1" name="Google Shape;471;p17"/>
          <p:cNvSpPr txBox="1"/>
          <p:nvPr>
            <p:ph idx="2" type="subTitle"/>
          </p:nvPr>
        </p:nvSpPr>
        <p:spPr>
          <a:xfrm>
            <a:off x="1177200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17"/>
          <p:cNvSpPr txBox="1"/>
          <p:nvPr>
            <p:ph idx="3" type="subTitle"/>
          </p:nvPr>
        </p:nvSpPr>
        <p:spPr>
          <a:xfrm>
            <a:off x="5567175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7"/>
          <p:cNvSpPr txBox="1"/>
          <p:nvPr>
            <p:ph idx="4" type="subTitle"/>
          </p:nvPr>
        </p:nvSpPr>
        <p:spPr>
          <a:xfrm>
            <a:off x="1177200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7"/>
          <p:cNvSpPr txBox="1"/>
          <p:nvPr>
            <p:ph idx="5" type="subTitle"/>
          </p:nvPr>
        </p:nvSpPr>
        <p:spPr>
          <a:xfrm>
            <a:off x="5567175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17"/>
          <p:cNvSpPr txBox="1"/>
          <p:nvPr>
            <p:ph idx="6" type="subTitle"/>
          </p:nvPr>
        </p:nvSpPr>
        <p:spPr>
          <a:xfrm>
            <a:off x="1177275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6" name="Google Shape;476;p17"/>
          <p:cNvSpPr txBox="1"/>
          <p:nvPr>
            <p:ph idx="7" type="subTitle"/>
          </p:nvPr>
        </p:nvSpPr>
        <p:spPr>
          <a:xfrm>
            <a:off x="5567150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7" name="Google Shape;477;p17"/>
          <p:cNvSpPr txBox="1"/>
          <p:nvPr>
            <p:ph idx="8" type="subTitle"/>
          </p:nvPr>
        </p:nvSpPr>
        <p:spPr>
          <a:xfrm>
            <a:off x="5567149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78" name="Google Shape;478;p17"/>
          <p:cNvGrpSpPr/>
          <p:nvPr/>
        </p:nvGrpSpPr>
        <p:grpSpPr>
          <a:xfrm>
            <a:off x="80406" y="238207"/>
            <a:ext cx="269399" cy="256048"/>
            <a:chOff x="1406075" y="3845750"/>
            <a:chExt cx="415675" cy="395075"/>
          </a:xfrm>
        </p:grpSpPr>
        <p:sp>
          <p:nvSpPr>
            <p:cNvPr id="479" name="Google Shape;479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17"/>
          <p:cNvGrpSpPr/>
          <p:nvPr/>
        </p:nvGrpSpPr>
        <p:grpSpPr>
          <a:xfrm>
            <a:off x="3967681" y="4480482"/>
            <a:ext cx="269399" cy="256048"/>
            <a:chOff x="1406075" y="3845750"/>
            <a:chExt cx="415675" cy="395075"/>
          </a:xfrm>
        </p:grpSpPr>
        <p:sp>
          <p:nvSpPr>
            <p:cNvPr id="483" name="Google Shape;483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17"/>
          <p:cNvGrpSpPr/>
          <p:nvPr/>
        </p:nvGrpSpPr>
        <p:grpSpPr>
          <a:xfrm>
            <a:off x="7870131" y="4796107"/>
            <a:ext cx="269399" cy="256048"/>
            <a:chOff x="1406075" y="3845750"/>
            <a:chExt cx="415675" cy="395075"/>
          </a:xfrm>
        </p:grpSpPr>
        <p:sp>
          <p:nvSpPr>
            <p:cNvPr id="487" name="Google Shape;487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17"/>
          <p:cNvGrpSpPr/>
          <p:nvPr/>
        </p:nvGrpSpPr>
        <p:grpSpPr>
          <a:xfrm>
            <a:off x="5533431" y="117307"/>
            <a:ext cx="269399" cy="256048"/>
            <a:chOff x="1406075" y="3845750"/>
            <a:chExt cx="415675" cy="395075"/>
          </a:xfrm>
        </p:grpSpPr>
        <p:sp>
          <p:nvSpPr>
            <p:cNvPr id="491" name="Google Shape;491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17"/>
          <p:cNvGrpSpPr/>
          <p:nvPr/>
        </p:nvGrpSpPr>
        <p:grpSpPr>
          <a:xfrm>
            <a:off x="8735206" y="2051482"/>
            <a:ext cx="269399" cy="256048"/>
            <a:chOff x="1406075" y="3845750"/>
            <a:chExt cx="415675" cy="395075"/>
          </a:xfrm>
        </p:grpSpPr>
        <p:sp>
          <p:nvSpPr>
            <p:cNvPr id="495" name="Google Shape;495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98" name="Google Shape;49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18213" y="44804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2013" y="7815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1863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17"/>
          <p:cNvGrpSpPr/>
          <p:nvPr/>
        </p:nvGrpSpPr>
        <p:grpSpPr>
          <a:xfrm>
            <a:off x="349806" y="3668432"/>
            <a:ext cx="269399" cy="256048"/>
            <a:chOff x="1406075" y="3845750"/>
            <a:chExt cx="415675" cy="395075"/>
          </a:xfrm>
        </p:grpSpPr>
        <p:sp>
          <p:nvSpPr>
            <p:cNvPr id="502" name="Google Shape;502;p1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8"/>
          <p:cNvSpPr txBox="1"/>
          <p:nvPr>
            <p:ph idx="1" type="subTitle"/>
          </p:nvPr>
        </p:nvSpPr>
        <p:spPr>
          <a:xfrm>
            <a:off x="832150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18"/>
          <p:cNvSpPr txBox="1"/>
          <p:nvPr>
            <p:ph idx="2" type="subTitle"/>
          </p:nvPr>
        </p:nvSpPr>
        <p:spPr>
          <a:xfrm>
            <a:off x="3490868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8"/>
          <p:cNvSpPr txBox="1"/>
          <p:nvPr>
            <p:ph idx="3" type="subTitle"/>
          </p:nvPr>
        </p:nvSpPr>
        <p:spPr>
          <a:xfrm>
            <a:off x="6149585" y="2047743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18"/>
          <p:cNvSpPr txBox="1"/>
          <p:nvPr>
            <p:ph idx="4" type="subTitle"/>
          </p:nvPr>
        </p:nvSpPr>
        <p:spPr>
          <a:xfrm>
            <a:off x="832150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18"/>
          <p:cNvSpPr txBox="1"/>
          <p:nvPr>
            <p:ph idx="5" type="subTitle"/>
          </p:nvPr>
        </p:nvSpPr>
        <p:spPr>
          <a:xfrm>
            <a:off x="3490868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8"/>
          <p:cNvSpPr txBox="1"/>
          <p:nvPr>
            <p:ph idx="6" type="subTitle"/>
          </p:nvPr>
        </p:nvSpPr>
        <p:spPr>
          <a:xfrm>
            <a:off x="6149585" y="3578291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8"/>
          <p:cNvSpPr txBox="1"/>
          <p:nvPr>
            <p:ph idx="7" type="subTitle"/>
          </p:nvPr>
        </p:nvSpPr>
        <p:spPr>
          <a:xfrm>
            <a:off x="832150" y="159170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4" name="Google Shape;514;p18"/>
          <p:cNvSpPr txBox="1"/>
          <p:nvPr>
            <p:ph idx="8" type="subTitle"/>
          </p:nvPr>
        </p:nvSpPr>
        <p:spPr>
          <a:xfrm>
            <a:off x="3489518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5" name="Google Shape;515;p18"/>
          <p:cNvSpPr txBox="1"/>
          <p:nvPr>
            <p:ph idx="9" type="subTitle"/>
          </p:nvPr>
        </p:nvSpPr>
        <p:spPr>
          <a:xfrm>
            <a:off x="6147185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6" name="Google Shape;516;p18"/>
          <p:cNvSpPr txBox="1"/>
          <p:nvPr>
            <p:ph idx="13" type="subTitle"/>
          </p:nvPr>
        </p:nvSpPr>
        <p:spPr>
          <a:xfrm>
            <a:off x="832150" y="312225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7" name="Google Shape;517;p18"/>
          <p:cNvSpPr txBox="1"/>
          <p:nvPr>
            <p:ph idx="14" type="subTitle"/>
          </p:nvPr>
        </p:nvSpPr>
        <p:spPr>
          <a:xfrm>
            <a:off x="3489518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8" name="Google Shape;518;p18"/>
          <p:cNvSpPr txBox="1"/>
          <p:nvPr>
            <p:ph idx="15" type="subTitle"/>
          </p:nvPr>
        </p:nvSpPr>
        <p:spPr>
          <a:xfrm>
            <a:off x="6147185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9" name="Google Shape;5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20" name="Google Shape;52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6">
            <a:off x="6700451" y="188977"/>
            <a:ext cx="2142297" cy="1269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51788" y="4532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638" y="427552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18"/>
          <p:cNvGrpSpPr/>
          <p:nvPr/>
        </p:nvGrpSpPr>
        <p:grpSpPr>
          <a:xfrm>
            <a:off x="8294193" y="603357"/>
            <a:ext cx="269399" cy="256048"/>
            <a:chOff x="1406075" y="3845750"/>
            <a:chExt cx="415675" cy="395075"/>
          </a:xfrm>
        </p:grpSpPr>
        <p:sp>
          <p:nvSpPr>
            <p:cNvPr id="524" name="Google Shape;524;p1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8"/>
          <p:cNvGrpSpPr/>
          <p:nvPr/>
        </p:nvGrpSpPr>
        <p:grpSpPr>
          <a:xfrm>
            <a:off x="908418" y="4736532"/>
            <a:ext cx="269399" cy="256048"/>
            <a:chOff x="1406075" y="3845750"/>
            <a:chExt cx="415675" cy="395075"/>
          </a:xfrm>
        </p:grpSpPr>
        <p:sp>
          <p:nvSpPr>
            <p:cNvPr id="528" name="Google Shape;528;p1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" name="Google Shape;531;p18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532" name="Google Shape;532;p1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18"/>
          <p:cNvGrpSpPr/>
          <p:nvPr/>
        </p:nvGrpSpPr>
        <p:grpSpPr>
          <a:xfrm>
            <a:off x="305606" y="3227332"/>
            <a:ext cx="269399" cy="256048"/>
            <a:chOff x="1406075" y="3845750"/>
            <a:chExt cx="415675" cy="395075"/>
          </a:xfrm>
        </p:grpSpPr>
        <p:sp>
          <p:nvSpPr>
            <p:cNvPr id="536" name="Google Shape;536;p1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18"/>
          <p:cNvGrpSpPr/>
          <p:nvPr/>
        </p:nvGrpSpPr>
        <p:grpSpPr>
          <a:xfrm>
            <a:off x="7990068" y="4736532"/>
            <a:ext cx="269399" cy="256048"/>
            <a:chOff x="1406075" y="3845750"/>
            <a:chExt cx="415675" cy="395075"/>
          </a:xfrm>
        </p:grpSpPr>
        <p:sp>
          <p:nvSpPr>
            <p:cNvPr id="540" name="Google Shape;540;p1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6" name="Google Shape;546;p19"/>
          <p:cNvSpPr txBox="1"/>
          <p:nvPr>
            <p:ph hasCustomPrompt="1" idx="2" type="title"/>
          </p:nvPr>
        </p:nvSpPr>
        <p:spPr>
          <a:xfrm>
            <a:off x="2464037" y="1698425"/>
            <a:ext cx="42159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47" name="Google Shape;547;p19"/>
          <p:cNvSpPr txBox="1"/>
          <p:nvPr>
            <p:ph idx="1" type="subTitle"/>
          </p:nvPr>
        </p:nvSpPr>
        <p:spPr>
          <a:xfrm flipH="1">
            <a:off x="2463938" y="250942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48" name="Google Shape;548;p19"/>
          <p:cNvSpPr txBox="1"/>
          <p:nvPr>
            <p:ph hasCustomPrompt="1" idx="3" type="title"/>
          </p:nvPr>
        </p:nvSpPr>
        <p:spPr>
          <a:xfrm>
            <a:off x="2464162" y="3276175"/>
            <a:ext cx="42159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49" name="Google Shape;549;p19"/>
          <p:cNvSpPr txBox="1"/>
          <p:nvPr>
            <p:ph idx="4" type="subTitle"/>
          </p:nvPr>
        </p:nvSpPr>
        <p:spPr>
          <a:xfrm flipH="1">
            <a:off x="2463938" y="410667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550" name="Google Shape;550;p19"/>
          <p:cNvGrpSpPr/>
          <p:nvPr/>
        </p:nvGrpSpPr>
        <p:grpSpPr>
          <a:xfrm>
            <a:off x="8624243" y="4270032"/>
            <a:ext cx="269399" cy="256048"/>
            <a:chOff x="1406075" y="3845750"/>
            <a:chExt cx="415675" cy="395075"/>
          </a:xfrm>
        </p:grpSpPr>
        <p:sp>
          <p:nvSpPr>
            <p:cNvPr id="551" name="Google Shape;551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19"/>
          <p:cNvGrpSpPr/>
          <p:nvPr/>
        </p:nvGrpSpPr>
        <p:grpSpPr>
          <a:xfrm>
            <a:off x="7325468" y="4445207"/>
            <a:ext cx="269399" cy="256048"/>
            <a:chOff x="1406075" y="3845750"/>
            <a:chExt cx="415675" cy="395075"/>
          </a:xfrm>
        </p:grpSpPr>
        <p:sp>
          <p:nvSpPr>
            <p:cNvPr id="555" name="Google Shape;555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19"/>
          <p:cNvGrpSpPr/>
          <p:nvPr/>
        </p:nvGrpSpPr>
        <p:grpSpPr>
          <a:xfrm>
            <a:off x="3041593" y="188982"/>
            <a:ext cx="269399" cy="256048"/>
            <a:chOff x="1406075" y="3845750"/>
            <a:chExt cx="415675" cy="395075"/>
          </a:xfrm>
        </p:grpSpPr>
        <p:sp>
          <p:nvSpPr>
            <p:cNvPr id="559" name="Google Shape;559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9"/>
          <p:cNvGrpSpPr/>
          <p:nvPr/>
        </p:nvGrpSpPr>
        <p:grpSpPr>
          <a:xfrm>
            <a:off x="8691968" y="1920057"/>
            <a:ext cx="269399" cy="256048"/>
            <a:chOff x="1406075" y="3845750"/>
            <a:chExt cx="415675" cy="395075"/>
          </a:xfrm>
        </p:grpSpPr>
        <p:sp>
          <p:nvSpPr>
            <p:cNvPr id="563" name="Google Shape;563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" name="Google Shape;566;p19"/>
          <p:cNvGrpSpPr/>
          <p:nvPr/>
        </p:nvGrpSpPr>
        <p:grpSpPr>
          <a:xfrm>
            <a:off x="8078268" y="77532"/>
            <a:ext cx="269399" cy="256048"/>
            <a:chOff x="1406075" y="3845750"/>
            <a:chExt cx="415675" cy="395075"/>
          </a:xfrm>
        </p:grpSpPr>
        <p:sp>
          <p:nvSpPr>
            <p:cNvPr id="567" name="Google Shape;567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19"/>
          <p:cNvGrpSpPr/>
          <p:nvPr/>
        </p:nvGrpSpPr>
        <p:grpSpPr>
          <a:xfrm>
            <a:off x="407593" y="4650207"/>
            <a:ext cx="269399" cy="256048"/>
            <a:chOff x="1406075" y="3845750"/>
            <a:chExt cx="415675" cy="395075"/>
          </a:xfrm>
        </p:grpSpPr>
        <p:sp>
          <p:nvSpPr>
            <p:cNvPr id="571" name="Google Shape;571;p1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0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 txBox="1"/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77" name="Google Shape;577;p20"/>
          <p:cNvGrpSpPr/>
          <p:nvPr/>
        </p:nvGrpSpPr>
        <p:grpSpPr>
          <a:xfrm>
            <a:off x="162181" y="3932182"/>
            <a:ext cx="269399" cy="256048"/>
            <a:chOff x="1406075" y="3845750"/>
            <a:chExt cx="415675" cy="395075"/>
          </a:xfrm>
        </p:grpSpPr>
        <p:sp>
          <p:nvSpPr>
            <p:cNvPr id="578" name="Google Shape;578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1" name="Google Shape;581;p20"/>
          <p:cNvGrpSpPr/>
          <p:nvPr/>
        </p:nvGrpSpPr>
        <p:grpSpPr>
          <a:xfrm>
            <a:off x="7968531" y="406982"/>
            <a:ext cx="269399" cy="256048"/>
            <a:chOff x="1406075" y="3845750"/>
            <a:chExt cx="415675" cy="395075"/>
          </a:xfrm>
        </p:grpSpPr>
        <p:sp>
          <p:nvSpPr>
            <p:cNvPr id="582" name="Google Shape;582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20"/>
          <p:cNvGrpSpPr/>
          <p:nvPr/>
        </p:nvGrpSpPr>
        <p:grpSpPr>
          <a:xfrm>
            <a:off x="8834931" y="1783482"/>
            <a:ext cx="269399" cy="256048"/>
            <a:chOff x="1406075" y="3845750"/>
            <a:chExt cx="415675" cy="395075"/>
          </a:xfrm>
        </p:grpSpPr>
        <p:sp>
          <p:nvSpPr>
            <p:cNvPr id="586" name="Google Shape;586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20"/>
          <p:cNvGrpSpPr/>
          <p:nvPr/>
        </p:nvGrpSpPr>
        <p:grpSpPr>
          <a:xfrm>
            <a:off x="8078031" y="4696007"/>
            <a:ext cx="269399" cy="256048"/>
            <a:chOff x="1406075" y="3845750"/>
            <a:chExt cx="415675" cy="395075"/>
          </a:xfrm>
        </p:grpSpPr>
        <p:sp>
          <p:nvSpPr>
            <p:cNvPr id="590" name="Google Shape;590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20"/>
          <p:cNvGrpSpPr/>
          <p:nvPr/>
        </p:nvGrpSpPr>
        <p:grpSpPr>
          <a:xfrm>
            <a:off x="2618481" y="4899857"/>
            <a:ext cx="269399" cy="256048"/>
            <a:chOff x="1406075" y="3845750"/>
            <a:chExt cx="415675" cy="395075"/>
          </a:xfrm>
        </p:grpSpPr>
        <p:sp>
          <p:nvSpPr>
            <p:cNvPr id="594" name="Google Shape;594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0"/>
          <p:cNvGrpSpPr/>
          <p:nvPr/>
        </p:nvGrpSpPr>
        <p:grpSpPr>
          <a:xfrm>
            <a:off x="3276056" y="63907"/>
            <a:ext cx="269399" cy="256048"/>
            <a:chOff x="1406075" y="3845750"/>
            <a:chExt cx="415675" cy="395075"/>
          </a:xfrm>
        </p:grpSpPr>
        <p:sp>
          <p:nvSpPr>
            <p:cNvPr id="598" name="Google Shape;598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1" name="Google Shape;6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263" y="4199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038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225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7413" y="1924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0"/>
          <p:cNvGrpSpPr/>
          <p:nvPr/>
        </p:nvGrpSpPr>
        <p:grpSpPr>
          <a:xfrm>
            <a:off x="445706" y="1197457"/>
            <a:ext cx="269399" cy="256048"/>
            <a:chOff x="1406075" y="3845750"/>
            <a:chExt cx="415675" cy="395075"/>
          </a:xfrm>
        </p:grpSpPr>
        <p:sp>
          <p:nvSpPr>
            <p:cNvPr id="606" name="Google Shape;606;p2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2" name="Google Shape;612;p21"/>
          <p:cNvSpPr txBox="1"/>
          <p:nvPr>
            <p:ph idx="1" type="body"/>
          </p:nvPr>
        </p:nvSpPr>
        <p:spPr>
          <a:xfrm>
            <a:off x="720000" y="1188300"/>
            <a:ext cx="7704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13" name="Google Shape;613;p21"/>
          <p:cNvGrpSpPr/>
          <p:nvPr/>
        </p:nvGrpSpPr>
        <p:grpSpPr>
          <a:xfrm>
            <a:off x="88018" y="4480482"/>
            <a:ext cx="269399" cy="256048"/>
            <a:chOff x="1406075" y="3845750"/>
            <a:chExt cx="415675" cy="395075"/>
          </a:xfrm>
        </p:grpSpPr>
        <p:sp>
          <p:nvSpPr>
            <p:cNvPr id="614" name="Google Shape;614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21"/>
          <p:cNvGrpSpPr/>
          <p:nvPr/>
        </p:nvGrpSpPr>
        <p:grpSpPr>
          <a:xfrm>
            <a:off x="500868" y="188982"/>
            <a:ext cx="269399" cy="256048"/>
            <a:chOff x="1406075" y="3845750"/>
            <a:chExt cx="415675" cy="395075"/>
          </a:xfrm>
        </p:grpSpPr>
        <p:sp>
          <p:nvSpPr>
            <p:cNvPr id="618" name="Google Shape;618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8737368" y="3435732"/>
            <a:ext cx="269399" cy="256048"/>
            <a:chOff x="1406075" y="3845750"/>
            <a:chExt cx="415675" cy="395075"/>
          </a:xfrm>
        </p:grpSpPr>
        <p:sp>
          <p:nvSpPr>
            <p:cNvPr id="622" name="Google Shape;622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1"/>
          <p:cNvGrpSpPr/>
          <p:nvPr/>
        </p:nvGrpSpPr>
        <p:grpSpPr>
          <a:xfrm>
            <a:off x="6779068" y="4817657"/>
            <a:ext cx="269399" cy="256048"/>
            <a:chOff x="1406075" y="3845750"/>
            <a:chExt cx="415675" cy="395075"/>
          </a:xfrm>
        </p:grpSpPr>
        <p:sp>
          <p:nvSpPr>
            <p:cNvPr id="626" name="Google Shape;626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29" name="Google Shape;62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7425" y="454222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0313" y="4198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21"/>
          <p:cNvGrpSpPr/>
          <p:nvPr/>
        </p:nvGrpSpPr>
        <p:grpSpPr>
          <a:xfrm>
            <a:off x="291643" y="2238957"/>
            <a:ext cx="269399" cy="256048"/>
            <a:chOff x="1406075" y="3845750"/>
            <a:chExt cx="415675" cy="395075"/>
          </a:xfrm>
        </p:grpSpPr>
        <p:sp>
          <p:nvSpPr>
            <p:cNvPr id="632" name="Google Shape;632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5" name="Google Shape;635;p21"/>
          <p:cNvGrpSpPr/>
          <p:nvPr/>
        </p:nvGrpSpPr>
        <p:grpSpPr>
          <a:xfrm>
            <a:off x="8519618" y="761682"/>
            <a:ext cx="269399" cy="256048"/>
            <a:chOff x="1406075" y="3845750"/>
            <a:chExt cx="415675" cy="395075"/>
          </a:xfrm>
        </p:grpSpPr>
        <p:sp>
          <p:nvSpPr>
            <p:cNvPr id="636" name="Google Shape;636;p2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2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2" name="Google Shape;642;p22"/>
          <p:cNvSpPr txBox="1"/>
          <p:nvPr>
            <p:ph idx="1" type="body"/>
          </p:nvPr>
        </p:nvSpPr>
        <p:spPr>
          <a:xfrm>
            <a:off x="720000" y="1152475"/>
            <a:ext cx="7704000" cy="3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43" name="Google Shape;643;p22"/>
          <p:cNvGrpSpPr/>
          <p:nvPr/>
        </p:nvGrpSpPr>
        <p:grpSpPr>
          <a:xfrm>
            <a:off x="312143" y="4728757"/>
            <a:ext cx="269399" cy="256048"/>
            <a:chOff x="1406075" y="3845750"/>
            <a:chExt cx="415675" cy="395075"/>
          </a:xfrm>
        </p:grpSpPr>
        <p:sp>
          <p:nvSpPr>
            <p:cNvPr id="644" name="Google Shape;644;p2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22"/>
          <p:cNvGrpSpPr/>
          <p:nvPr/>
        </p:nvGrpSpPr>
        <p:grpSpPr>
          <a:xfrm>
            <a:off x="976818" y="188982"/>
            <a:ext cx="269399" cy="256048"/>
            <a:chOff x="1406075" y="3845750"/>
            <a:chExt cx="415675" cy="395075"/>
          </a:xfrm>
        </p:grpSpPr>
        <p:sp>
          <p:nvSpPr>
            <p:cNvPr id="648" name="Google Shape;648;p2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22"/>
          <p:cNvGrpSpPr/>
          <p:nvPr/>
        </p:nvGrpSpPr>
        <p:grpSpPr>
          <a:xfrm>
            <a:off x="7931318" y="4480482"/>
            <a:ext cx="269399" cy="256048"/>
            <a:chOff x="1406075" y="3845750"/>
            <a:chExt cx="415675" cy="395075"/>
          </a:xfrm>
        </p:grpSpPr>
        <p:sp>
          <p:nvSpPr>
            <p:cNvPr id="652" name="Google Shape;652;p2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22"/>
          <p:cNvGrpSpPr/>
          <p:nvPr/>
        </p:nvGrpSpPr>
        <p:grpSpPr>
          <a:xfrm>
            <a:off x="42743" y="1793232"/>
            <a:ext cx="269399" cy="256048"/>
            <a:chOff x="1406075" y="3845750"/>
            <a:chExt cx="415675" cy="395075"/>
          </a:xfrm>
        </p:grpSpPr>
        <p:sp>
          <p:nvSpPr>
            <p:cNvPr id="656" name="Google Shape;656;p2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Google Shape;659;p22"/>
          <p:cNvGrpSpPr/>
          <p:nvPr/>
        </p:nvGrpSpPr>
        <p:grpSpPr>
          <a:xfrm>
            <a:off x="8506368" y="678982"/>
            <a:ext cx="269399" cy="256048"/>
            <a:chOff x="1406075" y="3845750"/>
            <a:chExt cx="415675" cy="395075"/>
          </a:xfrm>
        </p:grpSpPr>
        <p:sp>
          <p:nvSpPr>
            <p:cNvPr id="660" name="Google Shape;660;p2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3" name="Google Shape;663;p22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571700" y="37302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2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571700" y="43308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2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247850" y="4006880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3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3"/>
          <p:cNvSpPr txBox="1"/>
          <p:nvPr>
            <p:ph type="title"/>
          </p:nvPr>
        </p:nvSpPr>
        <p:spPr>
          <a:xfrm>
            <a:off x="720000" y="1354375"/>
            <a:ext cx="35937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3"/>
          <p:cNvSpPr txBox="1"/>
          <p:nvPr>
            <p:ph idx="1" type="subTitle"/>
          </p:nvPr>
        </p:nvSpPr>
        <p:spPr>
          <a:xfrm>
            <a:off x="720000" y="2986350"/>
            <a:ext cx="3593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23"/>
          <p:cNvSpPr/>
          <p:nvPr>
            <p:ph idx="2" type="pic"/>
          </p:nvPr>
        </p:nvSpPr>
        <p:spPr>
          <a:xfrm>
            <a:off x="4657000" y="1209025"/>
            <a:ext cx="3786600" cy="3399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71" name="Google Shape;671;p23"/>
          <p:cNvGrpSpPr/>
          <p:nvPr/>
        </p:nvGrpSpPr>
        <p:grpSpPr>
          <a:xfrm>
            <a:off x="107156" y="868507"/>
            <a:ext cx="269399" cy="256048"/>
            <a:chOff x="1406075" y="3845750"/>
            <a:chExt cx="415675" cy="395075"/>
          </a:xfrm>
        </p:grpSpPr>
        <p:sp>
          <p:nvSpPr>
            <p:cNvPr id="672" name="Google Shape;672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23"/>
          <p:cNvGrpSpPr/>
          <p:nvPr/>
        </p:nvGrpSpPr>
        <p:grpSpPr>
          <a:xfrm>
            <a:off x="329306" y="4102657"/>
            <a:ext cx="269399" cy="256048"/>
            <a:chOff x="1406075" y="3845750"/>
            <a:chExt cx="415675" cy="395075"/>
          </a:xfrm>
        </p:grpSpPr>
        <p:sp>
          <p:nvSpPr>
            <p:cNvPr id="676" name="Google Shape;676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23"/>
          <p:cNvGrpSpPr/>
          <p:nvPr/>
        </p:nvGrpSpPr>
        <p:grpSpPr>
          <a:xfrm>
            <a:off x="1330831" y="4721182"/>
            <a:ext cx="269399" cy="256048"/>
            <a:chOff x="1406075" y="3845750"/>
            <a:chExt cx="415675" cy="395075"/>
          </a:xfrm>
        </p:grpSpPr>
        <p:sp>
          <p:nvSpPr>
            <p:cNvPr id="680" name="Google Shape;680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23"/>
          <p:cNvGrpSpPr/>
          <p:nvPr/>
        </p:nvGrpSpPr>
        <p:grpSpPr>
          <a:xfrm>
            <a:off x="8675956" y="3897732"/>
            <a:ext cx="269399" cy="256048"/>
            <a:chOff x="1406075" y="3845750"/>
            <a:chExt cx="415675" cy="395075"/>
          </a:xfrm>
        </p:grpSpPr>
        <p:sp>
          <p:nvSpPr>
            <p:cNvPr id="684" name="Google Shape;684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3"/>
          <p:cNvGrpSpPr/>
          <p:nvPr/>
        </p:nvGrpSpPr>
        <p:grpSpPr>
          <a:xfrm>
            <a:off x="8756631" y="676707"/>
            <a:ext cx="269399" cy="256048"/>
            <a:chOff x="1406075" y="3845750"/>
            <a:chExt cx="415675" cy="395075"/>
          </a:xfrm>
        </p:grpSpPr>
        <p:sp>
          <p:nvSpPr>
            <p:cNvPr id="688" name="Google Shape;688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1" name="Google Shape;691;p23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264837" y="204368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23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479025" y="5350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23"/>
          <p:cNvGrpSpPr/>
          <p:nvPr/>
        </p:nvGrpSpPr>
        <p:grpSpPr>
          <a:xfrm flipH="1">
            <a:off x="795626" y="270058"/>
            <a:ext cx="684048" cy="406653"/>
            <a:chOff x="152963" y="1275314"/>
            <a:chExt cx="777239" cy="462053"/>
          </a:xfrm>
        </p:grpSpPr>
        <p:sp>
          <p:nvSpPr>
            <p:cNvPr id="694" name="Google Shape;694;p23"/>
            <p:cNvSpPr/>
            <p:nvPr/>
          </p:nvSpPr>
          <p:spPr>
            <a:xfrm>
              <a:off x="152963" y="1339318"/>
              <a:ext cx="777239" cy="398049"/>
            </a:xfrm>
            <a:custGeom>
              <a:rect b="b" l="l" r="r" t="t"/>
              <a:pathLst>
                <a:path extrusionOk="0" h="2784" w="5436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5" name="Google Shape;695;p23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696" name="Google Shape;696;p23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rect b="b" l="l" r="r" t="t"/>
                <a:pathLst>
                  <a:path extrusionOk="0" h="2784" w="5436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3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rect b="b" l="l" r="r" t="t"/>
                <a:pathLst>
                  <a:path extrusionOk="0" h="2760" w="5436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3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rect b="b" l="l" r="r" t="t"/>
                <a:pathLst>
                  <a:path extrusionOk="0" h="1232" w="2663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3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rect b="b" l="l" r="r" t="t"/>
                <a:pathLst>
                  <a:path extrusionOk="0" h="1443" w="2515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0" name="Google Shape;700;p23"/>
          <p:cNvGrpSpPr/>
          <p:nvPr/>
        </p:nvGrpSpPr>
        <p:grpSpPr>
          <a:xfrm>
            <a:off x="3916631" y="92682"/>
            <a:ext cx="269399" cy="256048"/>
            <a:chOff x="1406075" y="3845750"/>
            <a:chExt cx="415675" cy="395075"/>
          </a:xfrm>
        </p:grpSpPr>
        <p:sp>
          <p:nvSpPr>
            <p:cNvPr id="701" name="Google Shape;701;p23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3_2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4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4"/>
          <p:cNvSpPr txBox="1"/>
          <p:nvPr>
            <p:ph type="title"/>
          </p:nvPr>
        </p:nvSpPr>
        <p:spPr>
          <a:xfrm>
            <a:off x="715100" y="1354375"/>
            <a:ext cx="27855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7" name="Google Shape;707;p24"/>
          <p:cNvSpPr txBox="1"/>
          <p:nvPr>
            <p:ph idx="1" type="subTitle"/>
          </p:nvPr>
        </p:nvSpPr>
        <p:spPr>
          <a:xfrm>
            <a:off x="715100" y="2986350"/>
            <a:ext cx="3305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8" name="Google Shape;708;p24"/>
          <p:cNvGrpSpPr/>
          <p:nvPr/>
        </p:nvGrpSpPr>
        <p:grpSpPr>
          <a:xfrm>
            <a:off x="64081" y="663032"/>
            <a:ext cx="269399" cy="256048"/>
            <a:chOff x="1406075" y="3845750"/>
            <a:chExt cx="415675" cy="395075"/>
          </a:xfrm>
        </p:grpSpPr>
        <p:sp>
          <p:nvSpPr>
            <p:cNvPr id="709" name="Google Shape;709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2" name="Google Shape;712;p24"/>
          <p:cNvGrpSpPr/>
          <p:nvPr/>
        </p:nvGrpSpPr>
        <p:grpSpPr>
          <a:xfrm>
            <a:off x="8550781" y="812132"/>
            <a:ext cx="269399" cy="256048"/>
            <a:chOff x="1406075" y="3845750"/>
            <a:chExt cx="415675" cy="395075"/>
          </a:xfrm>
        </p:grpSpPr>
        <p:sp>
          <p:nvSpPr>
            <p:cNvPr id="713" name="Google Shape;713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24"/>
          <p:cNvGrpSpPr/>
          <p:nvPr/>
        </p:nvGrpSpPr>
        <p:grpSpPr>
          <a:xfrm>
            <a:off x="333481" y="4480482"/>
            <a:ext cx="269399" cy="256048"/>
            <a:chOff x="1406075" y="3845750"/>
            <a:chExt cx="415675" cy="395075"/>
          </a:xfrm>
        </p:grpSpPr>
        <p:sp>
          <p:nvSpPr>
            <p:cNvPr id="717" name="Google Shape;717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24"/>
          <p:cNvGrpSpPr/>
          <p:nvPr/>
        </p:nvGrpSpPr>
        <p:grpSpPr>
          <a:xfrm>
            <a:off x="5689581" y="4736532"/>
            <a:ext cx="269399" cy="256048"/>
            <a:chOff x="1406075" y="3845750"/>
            <a:chExt cx="415675" cy="395075"/>
          </a:xfrm>
        </p:grpSpPr>
        <p:sp>
          <p:nvSpPr>
            <p:cNvPr id="721" name="Google Shape;721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24"/>
          <p:cNvGrpSpPr/>
          <p:nvPr/>
        </p:nvGrpSpPr>
        <p:grpSpPr>
          <a:xfrm>
            <a:off x="5893206" y="406982"/>
            <a:ext cx="269399" cy="256048"/>
            <a:chOff x="1406075" y="3845750"/>
            <a:chExt cx="415675" cy="395075"/>
          </a:xfrm>
        </p:grpSpPr>
        <p:sp>
          <p:nvSpPr>
            <p:cNvPr id="725" name="Google Shape;725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8" name="Google Shape;728;p24"/>
          <p:cNvGrpSpPr/>
          <p:nvPr/>
        </p:nvGrpSpPr>
        <p:grpSpPr>
          <a:xfrm>
            <a:off x="533256" y="23307"/>
            <a:ext cx="269399" cy="256048"/>
            <a:chOff x="1406075" y="3845750"/>
            <a:chExt cx="415675" cy="395075"/>
          </a:xfrm>
        </p:grpSpPr>
        <p:sp>
          <p:nvSpPr>
            <p:cNvPr id="729" name="Google Shape;729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2" name="Google Shape;732;p24"/>
          <p:cNvGrpSpPr/>
          <p:nvPr/>
        </p:nvGrpSpPr>
        <p:grpSpPr>
          <a:xfrm>
            <a:off x="8037206" y="3956682"/>
            <a:ext cx="269399" cy="256048"/>
            <a:chOff x="1406075" y="3845750"/>
            <a:chExt cx="415675" cy="395075"/>
          </a:xfrm>
        </p:grpSpPr>
        <p:sp>
          <p:nvSpPr>
            <p:cNvPr id="733" name="Google Shape;733;p2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5"/>
          <p:cNvSpPr txBox="1"/>
          <p:nvPr>
            <p:ph type="title"/>
          </p:nvPr>
        </p:nvSpPr>
        <p:spPr>
          <a:xfrm>
            <a:off x="1737350" y="3544750"/>
            <a:ext cx="6691200" cy="531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8" name="Google Shape;738;p25"/>
          <p:cNvSpPr txBox="1"/>
          <p:nvPr>
            <p:ph idx="1" type="subTitle"/>
          </p:nvPr>
        </p:nvSpPr>
        <p:spPr>
          <a:xfrm>
            <a:off x="1737700" y="19557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9" name="Google Shape;739;p25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0" name="Google Shape;740;p25"/>
          <p:cNvGrpSpPr/>
          <p:nvPr/>
        </p:nvGrpSpPr>
        <p:grpSpPr>
          <a:xfrm>
            <a:off x="350781" y="601182"/>
            <a:ext cx="269399" cy="256048"/>
            <a:chOff x="1406075" y="3845750"/>
            <a:chExt cx="415675" cy="395075"/>
          </a:xfrm>
        </p:grpSpPr>
        <p:sp>
          <p:nvSpPr>
            <p:cNvPr id="741" name="Google Shape;741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25"/>
          <p:cNvGrpSpPr/>
          <p:nvPr/>
        </p:nvGrpSpPr>
        <p:grpSpPr>
          <a:xfrm>
            <a:off x="1199906" y="4667582"/>
            <a:ext cx="269399" cy="256048"/>
            <a:chOff x="1406075" y="3845750"/>
            <a:chExt cx="415675" cy="395075"/>
          </a:xfrm>
        </p:grpSpPr>
        <p:sp>
          <p:nvSpPr>
            <p:cNvPr id="745" name="Google Shape;745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" name="Google Shape;748;p25"/>
          <p:cNvGrpSpPr/>
          <p:nvPr/>
        </p:nvGrpSpPr>
        <p:grpSpPr>
          <a:xfrm>
            <a:off x="8596231" y="1203132"/>
            <a:ext cx="269399" cy="256048"/>
            <a:chOff x="1406075" y="3845750"/>
            <a:chExt cx="415675" cy="395075"/>
          </a:xfrm>
        </p:grpSpPr>
        <p:sp>
          <p:nvSpPr>
            <p:cNvPr id="749" name="Google Shape;749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Google Shape;752;p25"/>
          <p:cNvGrpSpPr/>
          <p:nvPr/>
        </p:nvGrpSpPr>
        <p:grpSpPr>
          <a:xfrm>
            <a:off x="8294206" y="4817382"/>
            <a:ext cx="269399" cy="256048"/>
            <a:chOff x="1406075" y="3845750"/>
            <a:chExt cx="415675" cy="395075"/>
          </a:xfrm>
        </p:grpSpPr>
        <p:sp>
          <p:nvSpPr>
            <p:cNvPr id="753" name="Google Shape;753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6" name="Google Shape;756;p25"/>
          <p:cNvGrpSpPr/>
          <p:nvPr/>
        </p:nvGrpSpPr>
        <p:grpSpPr>
          <a:xfrm>
            <a:off x="81381" y="3434182"/>
            <a:ext cx="269399" cy="256048"/>
            <a:chOff x="1406075" y="3845750"/>
            <a:chExt cx="415675" cy="395075"/>
          </a:xfrm>
        </p:grpSpPr>
        <p:sp>
          <p:nvSpPr>
            <p:cNvPr id="757" name="Google Shape;757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25"/>
          <p:cNvGrpSpPr/>
          <p:nvPr/>
        </p:nvGrpSpPr>
        <p:grpSpPr>
          <a:xfrm>
            <a:off x="7744531" y="95282"/>
            <a:ext cx="269399" cy="256048"/>
            <a:chOff x="1406075" y="3845750"/>
            <a:chExt cx="415675" cy="395075"/>
          </a:xfrm>
        </p:grpSpPr>
        <p:sp>
          <p:nvSpPr>
            <p:cNvPr id="761" name="Google Shape;761;p25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6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6"/>
          <p:cNvSpPr txBox="1"/>
          <p:nvPr>
            <p:ph type="title"/>
          </p:nvPr>
        </p:nvSpPr>
        <p:spPr>
          <a:xfrm>
            <a:off x="3731975" y="535000"/>
            <a:ext cx="44481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7" name="Google Shape;767;p26"/>
          <p:cNvSpPr txBox="1"/>
          <p:nvPr>
            <p:ph idx="1" type="subTitle"/>
          </p:nvPr>
        </p:nvSpPr>
        <p:spPr>
          <a:xfrm>
            <a:off x="3731925" y="18718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8" name="Google Shape;768;p26"/>
          <p:cNvSpPr txBox="1"/>
          <p:nvPr/>
        </p:nvSpPr>
        <p:spPr>
          <a:xfrm>
            <a:off x="3483100" y="3573566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includes icons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endParaRPr sz="1200" u="sng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grpSp>
        <p:nvGrpSpPr>
          <p:cNvPr id="769" name="Google Shape;769;p26"/>
          <p:cNvGrpSpPr/>
          <p:nvPr/>
        </p:nvGrpSpPr>
        <p:grpSpPr>
          <a:xfrm>
            <a:off x="149068" y="4608507"/>
            <a:ext cx="269399" cy="256048"/>
            <a:chOff x="1406075" y="3845750"/>
            <a:chExt cx="415675" cy="395075"/>
          </a:xfrm>
        </p:grpSpPr>
        <p:sp>
          <p:nvSpPr>
            <p:cNvPr id="770" name="Google Shape;770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26"/>
          <p:cNvGrpSpPr/>
          <p:nvPr/>
        </p:nvGrpSpPr>
        <p:grpSpPr>
          <a:xfrm>
            <a:off x="743168" y="4034657"/>
            <a:ext cx="269399" cy="256048"/>
            <a:chOff x="1406075" y="3845750"/>
            <a:chExt cx="415675" cy="395075"/>
          </a:xfrm>
        </p:grpSpPr>
        <p:sp>
          <p:nvSpPr>
            <p:cNvPr id="774" name="Google Shape;774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26"/>
          <p:cNvGrpSpPr/>
          <p:nvPr/>
        </p:nvGrpSpPr>
        <p:grpSpPr>
          <a:xfrm>
            <a:off x="336518" y="335257"/>
            <a:ext cx="269399" cy="256048"/>
            <a:chOff x="1406075" y="3845750"/>
            <a:chExt cx="415675" cy="395075"/>
          </a:xfrm>
        </p:grpSpPr>
        <p:sp>
          <p:nvSpPr>
            <p:cNvPr id="778" name="Google Shape;778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26"/>
          <p:cNvGrpSpPr/>
          <p:nvPr/>
        </p:nvGrpSpPr>
        <p:grpSpPr>
          <a:xfrm>
            <a:off x="8469818" y="3869807"/>
            <a:ext cx="269399" cy="256048"/>
            <a:chOff x="1406075" y="3845750"/>
            <a:chExt cx="415675" cy="395075"/>
          </a:xfrm>
        </p:grpSpPr>
        <p:sp>
          <p:nvSpPr>
            <p:cNvPr id="782" name="Google Shape;782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26"/>
          <p:cNvGrpSpPr/>
          <p:nvPr/>
        </p:nvGrpSpPr>
        <p:grpSpPr>
          <a:xfrm>
            <a:off x="8581368" y="406982"/>
            <a:ext cx="269399" cy="256048"/>
            <a:chOff x="1406075" y="3845750"/>
            <a:chExt cx="415675" cy="395075"/>
          </a:xfrm>
        </p:grpSpPr>
        <p:sp>
          <p:nvSpPr>
            <p:cNvPr id="786" name="Google Shape;786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26"/>
          <p:cNvGrpSpPr/>
          <p:nvPr/>
        </p:nvGrpSpPr>
        <p:grpSpPr>
          <a:xfrm>
            <a:off x="8739218" y="4811782"/>
            <a:ext cx="269399" cy="256048"/>
            <a:chOff x="1406075" y="3845750"/>
            <a:chExt cx="415675" cy="395075"/>
          </a:xfrm>
        </p:grpSpPr>
        <p:sp>
          <p:nvSpPr>
            <p:cNvPr id="790" name="Google Shape;790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3" name="Google Shape;793;p26"/>
          <p:cNvGrpSpPr/>
          <p:nvPr/>
        </p:nvGrpSpPr>
        <p:grpSpPr>
          <a:xfrm>
            <a:off x="6526593" y="4518557"/>
            <a:ext cx="269399" cy="256048"/>
            <a:chOff x="1406075" y="3845750"/>
            <a:chExt cx="415675" cy="395075"/>
          </a:xfrm>
        </p:grpSpPr>
        <p:sp>
          <p:nvSpPr>
            <p:cNvPr id="794" name="Google Shape;794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26"/>
          <p:cNvGrpSpPr/>
          <p:nvPr/>
        </p:nvGrpSpPr>
        <p:grpSpPr>
          <a:xfrm>
            <a:off x="5415993" y="37382"/>
            <a:ext cx="269399" cy="256048"/>
            <a:chOff x="1406075" y="3845750"/>
            <a:chExt cx="415675" cy="395075"/>
          </a:xfrm>
        </p:grpSpPr>
        <p:sp>
          <p:nvSpPr>
            <p:cNvPr id="798" name="Google Shape;798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1" name="Google Shape;801;p26"/>
          <p:cNvPicPr preferRelativeResize="0"/>
          <p:nvPr/>
        </p:nvPicPr>
        <p:blipFill rotWithShape="1">
          <a:blip r:embed="rId5">
            <a:alphaModFix/>
          </a:blip>
          <a:srcRect b="0" l="0" r="61532" t="61366"/>
          <a:stretch/>
        </p:blipFill>
        <p:spPr>
          <a:xfrm>
            <a:off x="8192825" y="10997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26"/>
          <p:cNvPicPr preferRelativeResize="0"/>
          <p:nvPr/>
        </p:nvPicPr>
        <p:blipFill rotWithShape="1">
          <a:blip r:embed="rId5">
            <a:alphaModFix/>
          </a:blip>
          <a:srcRect b="0" l="0" r="61532" t="61366"/>
          <a:stretch/>
        </p:blipFill>
        <p:spPr>
          <a:xfrm>
            <a:off x="7877863" y="7404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463" y="394076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26"/>
          <p:cNvGrpSpPr/>
          <p:nvPr/>
        </p:nvGrpSpPr>
        <p:grpSpPr>
          <a:xfrm>
            <a:off x="3237843" y="4774607"/>
            <a:ext cx="269399" cy="256048"/>
            <a:chOff x="1406075" y="3845750"/>
            <a:chExt cx="415675" cy="395075"/>
          </a:xfrm>
        </p:grpSpPr>
        <p:sp>
          <p:nvSpPr>
            <p:cNvPr id="805" name="Google Shape;805;p26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7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0" name="Google Shape;810;p27"/>
          <p:cNvGrpSpPr/>
          <p:nvPr/>
        </p:nvGrpSpPr>
        <p:grpSpPr>
          <a:xfrm>
            <a:off x="282743" y="278957"/>
            <a:ext cx="269399" cy="256048"/>
            <a:chOff x="1406075" y="3845750"/>
            <a:chExt cx="415675" cy="395075"/>
          </a:xfrm>
        </p:grpSpPr>
        <p:sp>
          <p:nvSpPr>
            <p:cNvPr id="811" name="Google Shape;811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4" name="Google Shape;814;p27"/>
          <p:cNvGrpSpPr/>
          <p:nvPr/>
        </p:nvGrpSpPr>
        <p:grpSpPr>
          <a:xfrm>
            <a:off x="75143" y="4705632"/>
            <a:ext cx="269399" cy="256048"/>
            <a:chOff x="1406075" y="3845750"/>
            <a:chExt cx="415675" cy="395075"/>
          </a:xfrm>
        </p:grpSpPr>
        <p:sp>
          <p:nvSpPr>
            <p:cNvPr id="815" name="Google Shape;815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27"/>
          <p:cNvGrpSpPr/>
          <p:nvPr/>
        </p:nvGrpSpPr>
        <p:grpSpPr>
          <a:xfrm>
            <a:off x="8507543" y="994032"/>
            <a:ext cx="269399" cy="256048"/>
            <a:chOff x="1406075" y="3845750"/>
            <a:chExt cx="415675" cy="395075"/>
          </a:xfrm>
        </p:grpSpPr>
        <p:sp>
          <p:nvSpPr>
            <p:cNvPr id="819" name="Google Shape;819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27"/>
          <p:cNvGrpSpPr/>
          <p:nvPr/>
        </p:nvGrpSpPr>
        <p:grpSpPr>
          <a:xfrm>
            <a:off x="8776943" y="4242432"/>
            <a:ext cx="269399" cy="256048"/>
            <a:chOff x="1406075" y="3845750"/>
            <a:chExt cx="415675" cy="395075"/>
          </a:xfrm>
        </p:grpSpPr>
        <p:sp>
          <p:nvSpPr>
            <p:cNvPr id="823" name="Google Shape;823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6" name="Google Shape;826;p27"/>
          <p:cNvGrpSpPr/>
          <p:nvPr/>
        </p:nvGrpSpPr>
        <p:grpSpPr>
          <a:xfrm>
            <a:off x="7564343" y="4790832"/>
            <a:ext cx="269399" cy="256048"/>
            <a:chOff x="1406075" y="3845750"/>
            <a:chExt cx="415675" cy="395075"/>
          </a:xfrm>
        </p:grpSpPr>
        <p:sp>
          <p:nvSpPr>
            <p:cNvPr id="827" name="Google Shape;827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27"/>
          <p:cNvGrpSpPr/>
          <p:nvPr/>
        </p:nvGrpSpPr>
        <p:grpSpPr>
          <a:xfrm>
            <a:off x="445693" y="1835232"/>
            <a:ext cx="269399" cy="256048"/>
            <a:chOff x="1406075" y="3845750"/>
            <a:chExt cx="415675" cy="395075"/>
          </a:xfrm>
        </p:grpSpPr>
        <p:sp>
          <p:nvSpPr>
            <p:cNvPr id="831" name="Google Shape;831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27"/>
          <p:cNvGrpSpPr/>
          <p:nvPr/>
        </p:nvGrpSpPr>
        <p:grpSpPr>
          <a:xfrm>
            <a:off x="6369143" y="22907"/>
            <a:ext cx="269399" cy="256048"/>
            <a:chOff x="1406075" y="3845750"/>
            <a:chExt cx="415675" cy="395075"/>
          </a:xfrm>
        </p:grpSpPr>
        <p:sp>
          <p:nvSpPr>
            <p:cNvPr id="835" name="Google Shape;835;p2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8"/>
          <p:cNvSpPr/>
          <p:nvPr/>
        </p:nvSpPr>
        <p:spPr>
          <a:xfrm>
            <a:off x="-810762" y="-1625775"/>
            <a:ext cx="10765527" cy="7985490"/>
          </a:xfrm>
          <a:custGeom>
            <a:rect b="b" l="l" r="r" t="t"/>
            <a:pathLst>
              <a:path extrusionOk="0" h="147293" w="198571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0" name="Google Shape;840;p28"/>
          <p:cNvGrpSpPr/>
          <p:nvPr/>
        </p:nvGrpSpPr>
        <p:grpSpPr>
          <a:xfrm>
            <a:off x="8704343" y="4718832"/>
            <a:ext cx="269399" cy="256048"/>
            <a:chOff x="1406075" y="3845750"/>
            <a:chExt cx="415675" cy="395075"/>
          </a:xfrm>
        </p:grpSpPr>
        <p:sp>
          <p:nvSpPr>
            <p:cNvPr id="841" name="Google Shape;841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4" name="Google Shape;844;p28"/>
          <p:cNvGrpSpPr/>
          <p:nvPr/>
        </p:nvGrpSpPr>
        <p:grpSpPr>
          <a:xfrm>
            <a:off x="8428893" y="3359232"/>
            <a:ext cx="269399" cy="256048"/>
            <a:chOff x="1406075" y="3845750"/>
            <a:chExt cx="415675" cy="395075"/>
          </a:xfrm>
        </p:grpSpPr>
        <p:sp>
          <p:nvSpPr>
            <p:cNvPr id="845" name="Google Shape;845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8" name="Google Shape;848;p28"/>
          <p:cNvGrpSpPr/>
          <p:nvPr/>
        </p:nvGrpSpPr>
        <p:grpSpPr>
          <a:xfrm>
            <a:off x="7760043" y="150932"/>
            <a:ext cx="269399" cy="256048"/>
            <a:chOff x="1406075" y="3845750"/>
            <a:chExt cx="415675" cy="395075"/>
          </a:xfrm>
        </p:grpSpPr>
        <p:sp>
          <p:nvSpPr>
            <p:cNvPr id="849" name="Google Shape;849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28"/>
          <p:cNvGrpSpPr/>
          <p:nvPr/>
        </p:nvGrpSpPr>
        <p:grpSpPr>
          <a:xfrm>
            <a:off x="2033543" y="4780032"/>
            <a:ext cx="269399" cy="256048"/>
            <a:chOff x="1406075" y="3845750"/>
            <a:chExt cx="415675" cy="395075"/>
          </a:xfrm>
        </p:grpSpPr>
        <p:sp>
          <p:nvSpPr>
            <p:cNvPr id="853" name="Google Shape;853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28"/>
          <p:cNvGrpSpPr/>
          <p:nvPr/>
        </p:nvGrpSpPr>
        <p:grpSpPr>
          <a:xfrm>
            <a:off x="373943" y="4020432"/>
            <a:ext cx="269399" cy="256048"/>
            <a:chOff x="1406075" y="3845750"/>
            <a:chExt cx="415675" cy="395075"/>
          </a:xfrm>
        </p:grpSpPr>
        <p:sp>
          <p:nvSpPr>
            <p:cNvPr id="857" name="Google Shape;857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0" name="Google Shape;860;p28"/>
          <p:cNvGrpSpPr/>
          <p:nvPr/>
        </p:nvGrpSpPr>
        <p:grpSpPr>
          <a:xfrm>
            <a:off x="8326343" y="5552832"/>
            <a:ext cx="269399" cy="256048"/>
            <a:chOff x="1406075" y="3845750"/>
            <a:chExt cx="415675" cy="395075"/>
          </a:xfrm>
        </p:grpSpPr>
        <p:sp>
          <p:nvSpPr>
            <p:cNvPr id="861" name="Google Shape;861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4" name="Google Shape;864;p28"/>
          <p:cNvGrpSpPr/>
          <p:nvPr/>
        </p:nvGrpSpPr>
        <p:grpSpPr>
          <a:xfrm>
            <a:off x="313943" y="406982"/>
            <a:ext cx="269399" cy="256048"/>
            <a:chOff x="1406075" y="3845750"/>
            <a:chExt cx="415675" cy="395075"/>
          </a:xfrm>
        </p:grpSpPr>
        <p:sp>
          <p:nvSpPr>
            <p:cNvPr id="865" name="Google Shape;865;p2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8" name="Google Shape;868;p28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224975" y="257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28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501600" y="6630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8"/>
          <p:cNvPicPr preferRelativeResize="0"/>
          <p:nvPr/>
        </p:nvPicPr>
        <p:blipFill rotWithShape="1">
          <a:blip r:embed="rId2">
            <a:alphaModFix/>
          </a:blip>
          <a:srcRect b="0" l="0" r="61532" t="61366"/>
          <a:stretch/>
        </p:blipFill>
        <p:spPr>
          <a:xfrm>
            <a:off x="8029450" y="614205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b="1"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kbnJGsanujm9D2g2GF8YkiKBRyWTIFjtUWASyiXru3A/edit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mc.ncbi.nlm.nih.gov/articles/PMC10230615/" TargetMode="External"/><Relationship Id="rId4" Type="http://schemas.openxmlformats.org/officeDocument/2006/relationships/hyperlink" Target="https://www.cdc.gov/diabetes/diabetes-testing/index.html" TargetMode="External"/><Relationship Id="rId9" Type="http://schemas.openxmlformats.org/officeDocument/2006/relationships/hyperlink" Target="https://diabetes.org/about-diabetes/statistics/about-diabetes" TargetMode="External"/><Relationship Id="rId5" Type="http://schemas.openxmlformats.org/officeDocument/2006/relationships/hyperlink" Target="https://www.diabetes.org.uk/about-diabetes/types-of-diabetes" TargetMode="External"/><Relationship Id="rId6" Type="http://schemas.openxmlformats.org/officeDocument/2006/relationships/hyperlink" Target="https://www.wesleymc.com/healthy-living/blog/how-many-types-of-diabetes-are-there" TargetMode="External"/><Relationship Id="rId7" Type="http://schemas.openxmlformats.org/officeDocument/2006/relationships/hyperlink" Target="https://www.kaggle.com/datasets/alexteboul/diabetes-health-indicators-dataset" TargetMode="External"/><Relationship Id="rId8" Type="http://schemas.openxmlformats.org/officeDocument/2006/relationships/hyperlink" Target="https://pmc.ncbi.nlm.nih.gov/articles/PMC6953756/#:~:text=Type%201%20diabetes%20is%20commonly,receive%20the%20required%20insulin4." TargetMode="External"/><Relationship Id="rId10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9"/>
          <p:cNvSpPr txBox="1"/>
          <p:nvPr>
            <p:ph type="ctrTitle"/>
          </p:nvPr>
        </p:nvSpPr>
        <p:spPr>
          <a:xfrm>
            <a:off x="3581275" y="685200"/>
            <a:ext cx="49974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Diasure</a:t>
            </a:r>
            <a:endParaRPr>
              <a:solidFill>
                <a:srgbClr val="21212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 </a:t>
            </a:r>
            <a:r>
              <a:rPr b="0" lang="en" sz="3200">
                <a:solidFill>
                  <a:srgbClr val="212121"/>
                </a:solidFill>
              </a:rPr>
              <a:t>Preventing Diabetes Misdiagnosis through Data Accuracy</a:t>
            </a:r>
            <a:endParaRPr b="0" sz="3200">
              <a:solidFill>
                <a:srgbClr val="21212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9"/>
          <p:cNvSpPr txBox="1"/>
          <p:nvPr>
            <p:ph idx="1" type="subTitle"/>
          </p:nvPr>
        </p:nvSpPr>
        <p:spPr>
          <a:xfrm>
            <a:off x="4239700" y="3051300"/>
            <a:ext cx="37902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Diagnosis for Better Lives</a:t>
            </a:r>
            <a:endParaRPr/>
          </a:p>
        </p:txBody>
      </p:sp>
      <p:pic>
        <p:nvPicPr>
          <p:cNvPr id="877" name="Google Shape;8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00" y="1552500"/>
            <a:ext cx="3364001" cy="29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88" y="1726512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650" y="315091"/>
            <a:ext cx="1055951" cy="14114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p29"/>
          <p:cNvGrpSpPr/>
          <p:nvPr/>
        </p:nvGrpSpPr>
        <p:grpSpPr>
          <a:xfrm>
            <a:off x="7693143" y="4286657"/>
            <a:ext cx="269399" cy="256048"/>
            <a:chOff x="1406075" y="3845750"/>
            <a:chExt cx="415675" cy="395075"/>
          </a:xfrm>
        </p:grpSpPr>
        <p:sp>
          <p:nvSpPr>
            <p:cNvPr id="881" name="Google Shape;881;p29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4" name="Google Shape;884;p29"/>
          <p:cNvSpPr txBox="1"/>
          <p:nvPr/>
        </p:nvSpPr>
        <p:spPr>
          <a:xfrm>
            <a:off x="4549675" y="3745700"/>
            <a:ext cx="27135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Founders: Niyati Parekh and Margvinatta Senesie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0"/>
          <p:cNvSpPr txBox="1"/>
          <p:nvPr>
            <p:ph type="title"/>
          </p:nvPr>
        </p:nvSpPr>
        <p:spPr>
          <a:xfrm>
            <a:off x="2122000" y="636418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890" name="Google Shape;890;p30"/>
          <p:cNvSpPr txBox="1"/>
          <p:nvPr>
            <p:ph idx="1" type="subTitle"/>
          </p:nvPr>
        </p:nvSpPr>
        <p:spPr>
          <a:xfrm>
            <a:off x="1442850" y="2078000"/>
            <a:ext cx="6167400" cy="15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If you were diagnosed with diabetes today, how confident would you be that the diagnosis is 100% accurate?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1"/>
          <p:cNvSpPr txBox="1"/>
          <p:nvPr>
            <p:ph type="title"/>
          </p:nvPr>
        </p:nvSpPr>
        <p:spPr>
          <a:xfrm>
            <a:off x="776550" y="1587975"/>
            <a:ext cx="6488400" cy="24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-"/>
            </a:pPr>
            <a:r>
              <a:rPr b="0"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About 40% of type 1 diabetics have being misdiagnosed as type 2 (</a:t>
            </a:r>
            <a:r>
              <a:rPr b="0" i="1"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The Lancet Regional Health, 2023)</a:t>
            </a:r>
            <a:endParaRPr b="0"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-"/>
            </a:pPr>
            <a:r>
              <a:rPr b="0"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According to CDC,  about 8.7 million U.S adults had undiagnosed diabetes in 2021</a:t>
            </a:r>
            <a:endParaRPr b="0"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38.4 million are </a:t>
            </a: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currently diagnosed with Diabetes (ADA)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8th leading cause of death in the US in 2021 (ADA)</a:t>
            </a: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endParaRPr b="0"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-"/>
            </a:pPr>
            <a:r>
              <a:t/>
            </a:r>
            <a:endParaRPr b="0" i="1"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grpSp>
        <p:nvGrpSpPr>
          <p:cNvPr id="896" name="Google Shape;896;p31"/>
          <p:cNvGrpSpPr/>
          <p:nvPr/>
        </p:nvGrpSpPr>
        <p:grpSpPr>
          <a:xfrm>
            <a:off x="910131" y="1587982"/>
            <a:ext cx="269399" cy="256048"/>
            <a:chOff x="1406075" y="3845750"/>
            <a:chExt cx="415675" cy="395075"/>
          </a:xfrm>
        </p:grpSpPr>
        <p:sp>
          <p:nvSpPr>
            <p:cNvPr id="897" name="Google Shape;897;p31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0" name="Google Shape;9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301" y="3236900"/>
            <a:ext cx="2302323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31"/>
          <p:cNvSpPr txBox="1"/>
          <p:nvPr/>
        </p:nvSpPr>
        <p:spPr>
          <a:xfrm>
            <a:off x="2441550" y="710775"/>
            <a:ext cx="4260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The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2"/>
          <p:cNvSpPr txBox="1"/>
          <p:nvPr>
            <p:ph type="title"/>
          </p:nvPr>
        </p:nvSpPr>
        <p:spPr>
          <a:xfrm>
            <a:off x="961775" y="353193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07" name="Google Shape;907;p32"/>
          <p:cNvSpPr txBox="1"/>
          <p:nvPr>
            <p:ph idx="1" type="subTitle"/>
          </p:nvPr>
        </p:nvSpPr>
        <p:spPr>
          <a:xfrm>
            <a:off x="338025" y="1157150"/>
            <a:ext cx="5795400" cy="28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Mission Statement:</a:t>
            </a:r>
            <a:br>
              <a:rPr b="1" lang="en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rgbClr val="000000"/>
                </a:solidFill>
              </a:rPr>
              <a:t>Empowering individuals with accessible, and reliable tools to correctly identify their type of diabetes, prevent misdiagnosis, and receive the right care.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About Us:</a:t>
            </a:r>
            <a:br>
              <a:rPr b="1" lang="en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rgbClr val="000000"/>
                </a:solidFill>
              </a:rPr>
              <a:t>Diasure was created to tackle the growing problem of diabetes misdiagnosis. </a:t>
            </a:r>
            <a:endParaRPr/>
          </a:p>
        </p:txBody>
      </p:sp>
      <p:pic>
        <p:nvPicPr>
          <p:cNvPr id="908" name="Google Shape;9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474" y="1054400"/>
            <a:ext cx="2112600" cy="3554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9" name="Google Shape;909;p32"/>
          <p:cNvGrpSpPr/>
          <p:nvPr/>
        </p:nvGrpSpPr>
        <p:grpSpPr>
          <a:xfrm>
            <a:off x="6918168" y="3552957"/>
            <a:ext cx="269399" cy="256048"/>
            <a:chOff x="1406075" y="3845750"/>
            <a:chExt cx="415675" cy="395075"/>
          </a:xfrm>
        </p:grpSpPr>
        <p:sp>
          <p:nvSpPr>
            <p:cNvPr id="910" name="Google Shape;910;p3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32"/>
          <p:cNvGrpSpPr/>
          <p:nvPr/>
        </p:nvGrpSpPr>
        <p:grpSpPr>
          <a:xfrm>
            <a:off x="8076318" y="712857"/>
            <a:ext cx="269399" cy="256048"/>
            <a:chOff x="1406075" y="3845750"/>
            <a:chExt cx="415675" cy="395075"/>
          </a:xfrm>
        </p:grpSpPr>
        <p:sp>
          <p:nvSpPr>
            <p:cNvPr id="914" name="Google Shape;914;p3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32"/>
          <p:cNvGrpSpPr/>
          <p:nvPr/>
        </p:nvGrpSpPr>
        <p:grpSpPr>
          <a:xfrm>
            <a:off x="5864068" y="1522607"/>
            <a:ext cx="269399" cy="256048"/>
            <a:chOff x="1406075" y="3845750"/>
            <a:chExt cx="415675" cy="395075"/>
          </a:xfrm>
        </p:grpSpPr>
        <p:sp>
          <p:nvSpPr>
            <p:cNvPr id="918" name="Google Shape;918;p3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1" name="Google Shape;921;p32"/>
          <p:cNvGrpSpPr/>
          <p:nvPr/>
        </p:nvGrpSpPr>
        <p:grpSpPr>
          <a:xfrm>
            <a:off x="854768" y="3860982"/>
            <a:ext cx="269399" cy="256048"/>
            <a:chOff x="1406075" y="3845750"/>
            <a:chExt cx="415675" cy="395075"/>
          </a:xfrm>
        </p:grpSpPr>
        <p:sp>
          <p:nvSpPr>
            <p:cNvPr id="922" name="Google Shape;922;p32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3"/>
          <p:cNvSpPr txBox="1"/>
          <p:nvPr>
            <p:ph type="title"/>
          </p:nvPr>
        </p:nvSpPr>
        <p:spPr>
          <a:xfrm>
            <a:off x="1737350" y="3544750"/>
            <a:ext cx="6691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3"/>
          <p:cNvSpPr txBox="1"/>
          <p:nvPr>
            <p:ph idx="1" type="subTitle"/>
          </p:nvPr>
        </p:nvSpPr>
        <p:spPr>
          <a:xfrm>
            <a:off x="841800" y="1525675"/>
            <a:ext cx="7460400" cy="32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Diabetes is when the body can’t properly convert food into energy due to problems with insulin in the pancreas.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Either the body doesn’t produce enough insulin or can’t use it effectively, causing glucose to build up in the blood.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Symptoms are frequent urination , excessive thirst, weight loss, blurred vision, constant fatigue, numbness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3 types- Type 1, Type 2, and Gestational</a:t>
            </a:r>
            <a:endParaRPr sz="1700"/>
          </a:p>
        </p:txBody>
      </p:sp>
      <p:grpSp>
        <p:nvGrpSpPr>
          <p:cNvPr id="931" name="Google Shape;931;p33"/>
          <p:cNvGrpSpPr/>
          <p:nvPr/>
        </p:nvGrpSpPr>
        <p:grpSpPr>
          <a:xfrm>
            <a:off x="8156019" y="78190"/>
            <a:ext cx="807261" cy="1753388"/>
            <a:chOff x="4530925" y="2562650"/>
            <a:chExt cx="231075" cy="501900"/>
          </a:xfrm>
        </p:grpSpPr>
        <p:sp>
          <p:nvSpPr>
            <p:cNvPr id="932" name="Google Shape;932;p33"/>
            <p:cNvSpPr/>
            <p:nvPr/>
          </p:nvSpPr>
          <p:spPr>
            <a:xfrm>
              <a:off x="4530925" y="2941600"/>
              <a:ext cx="231075" cy="122950"/>
            </a:xfrm>
            <a:custGeom>
              <a:rect b="b" l="l" r="r" t="t"/>
              <a:pathLst>
                <a:path extrusionOk="0" h="4918" w="9243">
                  <a:moveTo>
                    <a:pt x="4622" y="0"/>
                  </a:moveTo>
                  <a:cubicBezTo>
                    <a:pt x="2071" y="0"/>
                    <a:pt x="0" y="1109"/>
                    <a:pt x="0" y="2440"/>
                  </a:cubicBezTo>
                  <a:cubicBezTo>
                    <a:pt x="0" y="3808"/>
                    <a:pt x="2071" y="4917"/>
                    <a:pt x="4622" y="4917"/>
                  </a:cubicBezTo>
                  <a:cubicBezTo>
                    <a:pt x="7172" y="4917"/>
                    <a:pt x="9243" y="3808"/>
                    <a:pt x="9243" y="2440"/>
                  </a:cubicBezTo>
                  <a:cubicBezTo>
                    <a:pt x="9243" y="1109"/>
                    <a:pt x="7172" y="0"/>
                    <a:pt x="46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4556800" y="2741025"/>
              <a:ext cx="178400" cy="295800"/>
            </a:xfrm>
            <a:custGeom>
              <a:rect b="b" l="l" r="r" t="t"/>
              <a:pathLst>
                <a:path extrusionOk="0" h="11832" w="7136">
                  <a:moveTo>
                    <a:pt x="0" y="1"/>
                  </a:moveTo>
                  <a:lnTo>
                    <a:pt x="0" y="9909"/>
                  </a:lnTo>
                  <a:cubicBezTo>
                    <a:pt x="0" y="10981"/>
                    <a:pt x="1590" y="11831"/>
                    <a:pt x="3587" y="11831"/>
                  </a:cubicBezTo>
                  <a:cubicBezTo>
                    <a:pt x="5509" y="11831"/>
                    <a:pt x="7136" y="10981"/>
                    <a:pt x="7136" y="9909"/>
                  </a:cubicBezTo>
                  <a:lnTo>
                    <a:pt x="713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4557725" y="2794625"/>
              <a:ext cx="177475" cy="207075"/>
            </a:xfrm>
            <a:custGeom>
              <a:rect b="b" l="l" r="r" t="t"/>
              <a:pathLst>
                <a:path extrusionOk="0" h="8283" w="7099">
                  <a:moveTo>
                    <a:pt x="0" y="1"/>
                  </a:moveTo>
                  <a:lnTo>
                    <a:pt x="0" y="6397"/>
                  </a:lnTo>
                  <a:cubicBezTo>
                    <a:pt x="0" y="7469"/>
                    <a:pt x="1553" y="8282"/>
                    <a:pt x="3550" y="8282"/>
                  </a:cubicBezTo>
                  <a:cubicBezTo>
                    <a:pt x="5472" y="8282"/>
                    <a:pt x="7099" y="7469"/>
                    <a:pt x="7099" y="6397"/>
                  </a:cubicBezTo>
                  <a:lnTo>
                    <a:pt x="7099" y="1"/>
                  </a:lnTo>
                  <a:cubicBezTo>
                    <a:pt x="7099" y="1036"/>
                    <a:pt x="5472" y="1923"/>
                    <a:pt x="3550" y="1923"/>
                  </a:cubicBezTo>
                  <a:cubicBezTo>
                    <a:pt x="1590" y="1923"/>
                    <a:pt x="0" y="1073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4557725" y="2816825"/>
              <a:ext cx="177475" cy="164550"/>
            </a:xfrm>
            <a:custGeom>
              <a:rect b="b" l="l" r="r" t="t"/>
              <a:pathLst>
                <a:path extrusionOk="0" h="6582" w="7099">
                  <a:moveTo>
                    <a:pt x="0" y="0"/>
                  </a:moveTo>
                  <a:lnTo>
                    <a:pt x="0" y="4659"/>
                  </a:lnTo>
                  <a:cubicBezTo>
                    <a:pt x="0" y="5731"/>
                    <a:pt x="1553" y="6581"/>
                    <a:pt x="3550" y="6581"/>
                  </a:cubicBezTo>
                  <a:cubicBezTo>
                    <a:pt x="5472" y="6581"/>
                    <a:pt x="7099" y="5731"/>
                    <a:pt x="7099" y="4659"/>
                  </a:cubicBezTo>
                  <a:lnTo>
                    <a:pt x="7099" y="0"/>
                  </a:lnTo>
                  <a:cubicBezTo>
                    <a:pt x="7099" y="1035"/>
                    <a:pt x="5472" y="1886"/>
                    <a:pt x="3550" y="1886"/>
                  </a:cubicBezTo>
                  <a:cubicBezTo>
                    <a:pt x="1590" y="1886"/>
                    <a:pt x="0" y="107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4556800" y="2816825"/>
              <a:ext cx="154375" cy="69350"/>
            </a:xfrm>
            <a:custGeom>
              <a:rect b="b" l="l" r="r" t="t"/>
              <a:pathLst>
                <a:path extrusionOk="0" h="2774" w="6175">
                  <a:moveTo>
                    <a:pt x="0" y="0"/>
                  </a:moveTo>
                  <a:lnTo>
                    <a:pt x="0" y="888"/>
                  </a:lnTo>
                  <a:cubicBezTo>
                    <a:pt x="0" y="1960"/>
                    <a:pt x="1590" y="2773"/>
                    <a:pt x="3587" y="2773"/>
                  </a:cubicBezTo>
                  <a:cubicBezTo>
                    <a:pt x="4585" y="2773"/>
                    <a:pt x="5509" y="2551"/>
                    <a:pt x="6174" y="2182"/>
                  </a:cubicBezTo>
                  <a:lnTo>
                    <a:pt x="6174" y="1294"/>
                  </a:lnTo>
                  <a:cubicBezTo>
                    <a:pt x="5509" y="1664"/>
                    <a:pt x="4585" y="1886"/>
                    <a:pt x="3587" y="1886"/>
                  </a:cubicBezTo>
                  <a:cubicBezTo>
                    <a:pt x="1627" y="1886"/>
                    <a:pt x="0" y="107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4557725" y="2692975"/>
              <a:ext cx="177475" cy="95225"/>
            </a:xfrm>
            <a:custGeom>
              <a:rect b="b" l="l" r="r" t="t"/>
              <a:pathLst>
                <a:path extrusionOk="0" h="3809" w="7099">
                  <a:moveTo>
                    <a:pt x="3550" y="0"/>
                  </a:moveTo>
                  <a:cubicBezTo>
                    <a:pt x="1553" y="0"/>
                    <a:pt x="0" y="851"/>
                    <a:pt x="0" y="1923"/>
                  </a:cubicBezTo>
                  <a:cubicBezTo>
                    <a:pt x="0" y="2958"/>
                    <a:pt x="1590" y="3808"/>
                    <a:pt x="3550" y="3808"/>
                  </a:cubicBezTo>
                  <a:cubicBezTo>
                    <a:pt x="5546" y="3808"/>
                    <a:pt x="7099" y="2958"/>
                    <a:pt x="7099" y="1923"/>
                  </a:cubicBezTo>
                  <a:cubicBezTo>
                    <a:pt x="7099" y="888"/>
                    <a:pt x="5472" y="74"/>
                    <a:pt x="3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4603000" y="2668925"/>
              <a:ext cx="85075" cy="91550"/>
            </a:xfrm>
            <a:custGeom>
              <a:rect b="b" l="l" r="r" t="t"/>
              <a:pathLst>
                <a:path extrusionOk="0" h="3662" w="3403">
                  <a:moveTo>
                    <a:pt x="1" y="1"/>
                  </a:moveTo>
                  <a:lnTo>
                    <a:pt x="1" y="38"/>
                  </a:lnTo>
                  <a:lnTo>
                    <a:pt x="1" y="3328"/>
                  </a:lnTo>
                  <a:cubicBezTo>
                    <a:pt x="149" y="3439"/>
                    <a:pt x="334" y="3476"/>
                    <a:pt x="518" y="3513"/>
                  </a:cubicBezTo>
                  <a:lnTo>
                    <a:pt x="518" y="112"/>
                  </a:lnTo>
                  <a:lnTo>
                    <a:pt x="925" y="112"/>
                  </a:lnTo>
                  <a:lnTo>
                    <a:pt x="925" y="3624"/>
                  </a:lnTo>
                  <a:cubicBezTo>
                    <a:pt x="1110" y="3661"/>
                    <a:pt x="1332" y="3661"/>
                    <a:pt x="1480" y="3661"/>
                  </a:cubicBezTo>
                  <a:lnTo>
                    <a:pt x="1480" y="112"/>
                  </a:lnTo>
                  <a:lnTo>
                    <a:pt x="1923" y="112"/>
                  </a:lnTo>
                  <a:lnTo>
                    <a:pt x="1923" y="3661"/>
                  </a:lnTo>
                  <a:cubicBezTo>
                    <a:pt x="2108" y="3661"/>
                    <a:pt x="2293" y="3624"/>
                    <a:pt x="2404" y="3624"/>
                  </a:cubicBezTo>
                  <a:lnTo>
                    <a:pt x="2404" y="112"/>
                  </a:lnTo>
                  <a:lnTo>
                    <a:pt x="2848" y="112"/>
                  </a:lnTo>
                  <a:lnTo>
                    <a:pt x="2848" y="3513"/>
                  </a:lnTo>
                  <a:cubicBezTo>
                    <a:pt x="3032" y="3476"/>
                    <a:pt x="3217" y="3365"/>
                    <a:pt x="3402" y="3291"/>
                  </a:cubicBezTo>
                  <a:lnTo>
                    <a:pt x="3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4583600" y="2671700"/>
              <a:ext cx="9275" cy="73975"/>
            </a:xfrm>
            <a:custGeom>
              <a:rect b="b" l="l" r="r" t="t"/>
              <a:pathLst>
                <a:path extrusionOk="0" h="2959" w="371">
                  <a:moveTo>
                    <a:pt x="0" y="1"/>
                  </a:moveTo>
                  <a:lnTo>
                    <a:pt x="0" y="2256"/>
                  </a:lnTo>
                  <a:cubicBezTo>
                    <a:pt x="0" y="2478"/>
                    <a:pt x="148" y="2700"/>
                    <a:pt x="370" y="2959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4700975" y="2668925"/>
              <a:ext cx="7425" cy="73975"/>
            </a:xfrm>
            <a:custGeom>
              <a:rect b="b" l="l" r="r" t="t"/>
              <a:pathLst>
                <a:path extrusionOk="0" h="2959" w="297">
                  <a:moveTo>
                    <a:pt x="1" y="1"/>
                  </a:moveTo>
                  <a:lnTo>
                    <a:pt x="1" y="2959"/>
                  </a:lnTo>
                  <a:cubicBezTo>
                    <a:pt x="186" y="2811"/>
                    <a:pt x="297" y="2589"/>
                    <a:pt x="297" y="2330"/>
                  </a:cubicBezTo>
                  <a:lnTo>
                    <a:pt x="297" y="218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4591925" y="2668925"/>
              <a:ext cx="10175" cy="82300"/>
            </a:xfrm>
            <a:custGeom>
              <a:rect b="b" l="l" r="r" t="t"/>
              <a:pathLst>
                <a:path extrusionOk="0" h="3292" w="407">
                  <a:moveTo>
                    <a:pt x="0" y="1"/>
                  </a:moveTo>
                  <a:lnTo>
                    <a:pt x="0" y="38"/>
                  </a:lnTo>
                  <a:lnTo>
                    <a:pt x="0" y="2996"/>
                  </a:lnTo>
                  <a:lnTo>
                    <a:pt x="407" y="3291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4615950" y="2671700"/>
              <a:ext cx="10200" cy="87850"/>
            </a:xfrm>
            <a:custGeom>
              <a:rect b="b" l="l" r="r" t="t"/>
              <a:pathLst>
                <a:path extrusionOk="0" h="3514" w="408">
                  <a:moveTo>
                    <a:pt x="0" y="1"/>
                  </a:moveTo>
                  <a:lnTo>
                    <a:pt x="0" y="3402"/>
                  </a:lnTo>
                  <a:cubicBezTo>
                    <a:pt x="148" y="3439"/>
                    <a:pt x="296" y="3513"/>
                    <a:pt x="407" y="3513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4640900" y="2671700"/>
              <a:ext cx="10200" cy="88775"/>
            </a:xfrm>
            <a:custGeom>
              <a:rect b="b" l="l" r="r" t="t"/>
              <a:pathLst>
                <a:path extrusionOk="0" h="3551" w="408">
                  <a:moveTo>
                    <a:pt x="1" y="1"/>
                  </a:moveTo>
                  <a:lnTo>
                    <a:pt x="1" y="3550"/>
                  </a:lnTo>
                  <a:lnTo>
                    <a:pt x="407" y="3550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4664925" y="2671700"/>
              <a:ext cx="10200" cy="87850"/>
            </a:xfrm>
            <a:custGeom>
              <a:rect b="b" l="l" r="r" t="t"/>
              <a:pathLst>
                <a:path extrusionOk="0" h="3514" w="408">
                  <a:moveTo>
                    <a:pt x="1" y="1"/>
                  </a:moveTo>
                  <a:lnTo>
                    <a:pt x="1" y="3513"/>
                  </a:lnTo>
                  <a:cubicBezTo>
                    <a:pt x="149" y="3439"/>
                    <a:pt x="260" y="3439"/>
                    <a:pt x="408" y="3402"/>
                  </a:cubicBezTo>
                  <a:lnTo>
                    <a:pt x="4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4688975" y="2671700"/>
              <a:ext cx="10175" cy="80450"/>
            </a:xfrm>
            <a:custGeom>
              <a:rect b="b" l="l" r="r" t="t"/>
              <a:pathLst>
                <a:path extrusionOk="0" h="3218" w="407">
                  <a:moveTo>
                    <a:pt x="0" y="1"/>
                  </a:moveTo>
                  <a:lnTo>
                    <a:pt x="0" y="3217"/>
                  </a:lnTo>
                  <a:cubicBezTo>
                    <a:pt x="185" y="3143"/>
                    <a:pt x="333" y="3032"/>
                    <a:pt x="407" y="295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4583600" y="2636600"/>
              <a:ext cx="124800" cy="67475"/>
            </a:xfrm>
            <a:custGeom>
              <a:rect b="b" l="l" r="r" t="t"/>
              <a:pathLst>
                <a:path extrusionOk="0" h="2699" w="4992">
                  <a:moveTo>
                    <a:pt x="2515" y="0"/>
                  </a:moveTo>
                  <a:cubicBezTo>
                    <a:pt x="1110" y="0"/>
                    <a:pt x="0" y="592"/>
                    <a:pt x="0" y="1331"/>
                  </a:cubicBezTo>
                  <a:cubicBezTo>
                    <a:pt x="0" y="2070"/>
                    <a:pt x="1110" y="2699"/>
                    <a:pt x="2515" y="2699"/>
                  </a:cubicBezTo>
                  <a:cubicBezTo>
                    <a:pt x="3882" y="2699"/>
                    <a:pt x="4992" y="2070"/>
                    <a:pt x="4992" y="1331"/>
                  </a:cubicBezTo>
                  <a:cubicBezTo>
                    <a:pt x="4992" y="592"/>
                    <a:pt x="3882" y="0"/>
                    <a:pt x="2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4599300" y="2577425"/>
              <a:ext cx="93400" cy="86000"/>
            </a:xfrm>
            <a:custGeom>
              <a:rect b="b" l="l" r="r" t="t"/>
              <a:pathLst>
                <a:path extrusionOk="0" h="3440" w="3736">
                  <a:moveTo>
                    <a:pt x="740" y="1"/>
                  </a:moveTo>
                  <a:lnTo>
                    <a:pt x="1" y="3402"/>
                  </a:lnTo>
                  <a:lnTo>
                    <a:pt x="3735" y="3439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4598400" y="2641200"/>
              <a:ext cx="95200" cy="50875"/>
            </a:xfrm>
            <a:custGeom>
              <a:rect b="b" l="l" r="r" t="t"/>
              <a:pathLst>
                <a:path extrusionOk="0" h="2035" w="3808">
                  <a:moveTo>
                    <a:pt x="1923" y="1"/>
                  </a:moveTo>
                  <a:cubicBezTo>
                    <a:pt x="850" y="1"/>
                    <a:pt x="0" y="481"/>
                    <a:pt x="0" y="1036"/>
                  </a:cubicBezTo>
                  <a:cubicBezTo>
                    <a:pt x="0" y="1554"/>
                    <a:pt x="850" y="2034"/>
                    <a:pt x="1923" y="2034"/>
                  </a:cubicBezTo>
                  <a:cubicBezTo>
                    <a:pt x="2958" y="2034"/>
                    <a:pt x="3808" y="1554"/>
                    <a:pt x="3808" y="1036"/>
                  </a:cubicBezTo>
                  <a:cubicBezTo>
                    <a:pt x="3808" y="481"/>
                    <a:pt x="2958" y="1"/>
                    <a:pt x="19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4617800" y="2562650"/>
              <a:ext cx="57325" cy="30525"/>
            </a:xfrm>
            <a:custGeom>
              <a:rect b="b" l="l" r="r" t="t"/>
              <a:pathLst>
                <a:path extrusionOk="0" h="1221" w="2293">
                  <a:moveTo>
                    <a:pt x="1147" y="0"/>
                  </a:moveTo>
                  <a:cubicBezTo>
                    <a:pt x="481" y="0"/>
                    <a:pt x="0" y="296"/>
                    <a:pt x="0" y="592"/>
                  </a:cubicBezTo>
                  <a:cubicBezTo>
                    <a:pt x="0" y="925"/>
                    <a:pt x="481" y="1220"/>
                    <a:pt x="1147" y="1220"/>
                  </a:cubicBezTo>
                  <a:cubicBezTo>
                    <a:pt x="1775" y="1220"/>
                    <a:pt x="2293" y="925"/>
                    <a:pt x="2293" y="592"/>
                  </a:cubicBezTo>
                  <a:cubicBezTo>
                    <a:pt x="2293" y="222"/>
                    <a:pt x="1775" y="0"/>
                    <a:pt x="11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33"/>
          <p:cNvGrpSpPr/>
          <p:nvPr/>
        </p:nvGrpSpPr>
        <p:grpSpPr>
          <a:xfrm>
            <a:off x="124656" y="177740"/>
            <a:ext cx="807261" cy="1753388"/>
            <a:chOff x="4530925" y="2562650"/>
            <a:chExt cx="231075" cy="501900"/>
          </a:xfrm>
        </p:grpSpPr>
        <p:sp>
          <p:nvSpPr>
            <p:cNvPr id="951" name="Google Shape;951;p33"/>
            <p:cNvSpPr/>
            <p:nvPr/>
          </p:nvSpPr>
          <p:spPr>
            <a:xfrm>
              <a:off x="4530925" y="2941600"/>
              <a:ext cx="231075" cy="122950"/>
            </a:xfrm>
            <a:custGeom>
              <a:rect b="b" l="l" r="r" t="t"/>
              <a:pathLst>
                <a:path extrusionOk="0" h="4918" w="9243">
                  <a:moveTo>
                    <a:pt x="4622" y="0"/>
                  </a:moveTo>
                  <a:cubicBezTo>
                    <a:pt x="2071" y="0"/>
                    <a:pt x="0" y="1109"/>
                    <a:pt x="0" y="2440"/>
                  </a:cubicBezTo>
                  <a:cubicBezTo>
                    <a:pt x="0" y="3808"/>
                    <a:pt x="2071" y="4917"/>
                    <a:pt x="4622" y="4917"/>
                  </a:cubicBezTo>
                  <a:cubicBezTo>
                    <a:pt x="7172" y="4917"/>
                    <a:pt x="9243" y="3808"/>
                    <a:pt x="9243" y="2440"/>
                  </a:cubicBezTo>
                  <a:cubicBezTo>
                    <a:pt x="9243" y="1109"/>
                    <a:pt x="7172" y="0"/>
                    <a:pt x="46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4556800" y="2741025"/>
              <a:ext cx="178400" cy="295800"/>
            </a:xfrm>
            <a:custGeom>
              <a:rect b="b" l="l" r="r" t="t"/>
              <a:pathLst>
                <a:path extrusionOk="0" h="11832" w="7136">
                  <a:moveTo>
                    <a:pt x="0" y="1"/>
                  </a:moveTo>
                  <a:lnTo>
                    <a:pt x="0" y="9909"/>
                  </a:lnTo>
                  <a:cubicBezTo>
                    <a:pt x="0" y="10981"/>
                    <a:pt x="1590" y="11831"/>
                    <a:pt x="3587" y="11831"/>
                  </a:cubicBezTo>
                  <a:cubicBezTo>
                    <a:pt x="5509" y="11831"/>
                    <a:pt x="7136" y="10981"/>
                    <a:pt x="7136" y="9909"/>
                  </a:cubicBezTo>
                  <a:lnTo>
                    <a:pt x="7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4557725" y="2794625"/>
              <a:ext cx="177475" cy="207075"/>
            </a:xfrm>
            <a:custGeom>
              <a:rect b="b" l="l" r="r" t="t"/>
              <a:pathLst>
                <a:path extrusionOk="0" h="8283" w="7099">
                  <a:moveTo>
                    <a:pt x="0" y="1"/>
                  </a:moveTo>
                  <a:lnTo>
                    <a:pt x="0" y="6397"/>
                  </a:lnTo>
                  <a:cubicBezTo>
                    <a:pt x="0" y="7469"/>
                    <a:pt x="1553" y="8282"/>
                    <a:pt x="3550" y="8282"/>
                  </a:cubicBezTo>
                  <a:cubicBezTo>
                    <a:pt x="5472" y="8282"/>
                    <a:pt x="7099" y="7469"/>
                    <a:pt x="7099" y="6397"/>
                  </a:cubicBezTo>
                  <a:lnTo>
                    <a:pt x="7099" y="1"/>
                  </a:lnTo>
                  <a:cubicBezTo>
                    <a:pt x="7099" y="1036"/>
                    <a:pt x="5472" y="1923"/>
                    <a:pt x="3550" y="1923"/>
                  </a:cubicBezTo>
                  <a:cubicBezTo>
                    <a:pt x="1590" y="1923"/>
                    <a:pt x="0" y="107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4557725" y="2816825"/>
              <a:ext cx="177475" cy="164550"/>
            </a:xfrm>
            <a:custGeom>
              <a:rect b="b" l="l" r="r" t="t"/>
              <a:pathLst>
                <a:path extrusionOk="0" h="6582" w="7099">
                  <a:moveTo>
                    <a:pt x="0" y="0"/>
                  </a:moveTo>
                  <a:lnTo>
                    <a:pt x="0" y="4659"/>
                  </a:lnTo>
                  <a:cubicBezTo>
                    <a:pt x="0" y="5731"/>
                    <a:pt x="1553" y="6581"/>
                    <a:pt x="3550" y="6581"/>
                  </a:cubicBezTo>
                  <a:cubicBezTo>
                    <a:pt x="5472" y="6581"/>
                    <a:pt x="7099" y="5731"/>
                    <a:pt x="7099" y="4659"/>
                  </a:cubicBezTo>
                  <a:lnTo>
                    <a:pt x="7099" y="0"/>
                  </a:lnTo>
                  <a:cubicBezTo>
                    <a:pt x="7099" y="1035"/>
                    <a:pt x="5472" y="1886"/>
                    <a:pt x="3550" y="1886"/>
                  </a:cubicBezTo>
                  <a:cubicBezTo>
                    <a:pt x="1590" y="1886"/>
                    <a:pt x="0" y="107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4556800" y="2816825"/>
              <a:ext cx="154375" cy="69350"/>
            </a:xfrm>
            <a:custGeom>
              <a:rect b="b" l="l" r="r" t="t"/>
              <a:pathLst>
                <a:path extrusionOk="0" h="2774" w="6175">
                  <a:moveTo>
                    <a:pt x="0" y="0"/>
                  </a:moveTo>
                  <a:lnTo>
                    <a:pt x="0" y="888"/>
                  </a:lnTo>
                  <a:cubicBezTo>
                    <a:pt x="0" y="1960"/>
                    <a:pt x="1590" y="2773"/>
                    <a:pt x="3587" y="2773"/>
                  </a:cubicBezTo>
                  <a:cubicBezTo>
                    <a:pt x="4585" y="2773"/>
                    <a:pt x="5509" y="2551"/>
                    <a:pt x="6174" y="2182"/>
                  </a:cubicBezTo>
                  <a:lnTo>
                    <a:pt x="6174" y="1294"/>
                  </a:lnTo>
                  <a:cubicBezTo>
                    <a:pt x="5509" y="1664"/>
                    <a:pt x="4585" y="1886"/>
                    <a:pt x="3587" y="1886"/>
                  </a:cubicBezTo>
                  <a:cubicBezTo>
                    <a:pt x="1627" y="1886"/>
                    <a:pt x="0" y="1072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4557725" y="2692975"/>
              <a:ext cx="177475" cy="95225"/>
            </a:xfrm>
            <a:custGeom>
              <a:rect b="b" l="l" r="r" t="t"/>
              <a:pathLst>
                <a:path extrusionOk="0" h="3809" w="7099">
                  <a:moveTo>
                    <a:pt x="3550" y="0"/>
                  </a:moveTo>
                  <a:cubicBezTo>
                    <a:pt x="1553" y="0"/>
                    <a:pt x="0" y="851"/>
                    <a:pt x="0" y="1923"/>
                  </a:cubicBezTo>
                  <a:cubicBezTo>
                    <a:pt x="0" y="2958"/>
                    <a:pt x="1590" y="3808"/>
                    <a:pt x="3550" y="3808"/>
                  </a:cubicBezTo>
                  <a:cubicBezTo>
                    <a:pt x="5546" y="3808"/>
                    <a:pt x="7099" y="2958"/>
                    <a:pt x="7099" y="1923"/>
                  </a:cubicBezTo>
                  <a:cubicBezTo>
                    <a:pt x="7099" y="888"/>
                    <a:pt x="5472" y="74"/>
                    <a:pt x="35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4603000" y="2668925"/>
              <a:ext cx="85075" cy="91550"/>
            </a:xfrm>
            <a:custGeom>
              <a:rect b="b" l="l" r="r" t="t"/>
              <a:pathLst>
                <a:path extrusionOk="0" h="3662" w="3403">
                  <a:moveTo>
                    <a:pt x="1" y="1"/>
                  </a:moveTo>
                  <a:lnTo>
                    <a:pt x="1" y="38"/>
                  </a:lnTo>
                  <a:lnTo>
                    <a:pt x="1" y="3328"/>
                  </a:lnTo>
                  <a:cubicBezTo>
                    <a:pt x="149" y="3439"/>
                    <a:pt x="334" y="3476"/>
                    <a:pt x="518" y="3513"/>
                  </a:cubicBezTo>
                  <a:lnTo>
                    <a:pt x="518" y="112"/>
                  </a:lnTo>
                  <a:lnTo>
                    <a:pt x="925" y="112"/>
                  </a:lnTo>
                  <a:lnTo>
                    <a:pt x="925" y="3624"/>
                  </a:lnTo>
                  <a:cubicBezTo>
                    <a:pt x="1110" y="3661"/>
                    <a:pt x="1332" y="3661"/>
                    <a:pt x="1480" y="3661"/>
                  </a:cubicBezTo>
                  <a:lnTo>
                    <a:pt x="1480" y="112"/>
                  </a:lnTo>
                  <a:lnTo>
                    <a:pt x="1923" y="112"/>
                  </a:lnTo>
                  <a:lnTo>
                    <a:pt x="1923" y="3661"/>
                  </a:lnTo>
                  <a:cubicBezTo>
                    <a:pt x="2108" y="3661"/>
                    <a:pt x="2293" y="3624"/>
                    <a:pt x="2404" y="3624"/>
                  </a:cubicBezTo>
                  <a:lnTo>
                    <a:pt x="2404" y="112"/>
                  </a:lnTo>
                  <a:lnTo>
                    <a:pt x="2848" y="112"/>
                  </a:lnTo>
                  <a:lnTo>
                    <a:pt x="2848" y="3513"/>
                  </a:lnTo>
                  <a:cubicBezTo>
                    <a:pt x="3032" y="3476"/>
                    <a:pt x="3217" y="3365"/>
                    <a:pt x="3402" y="3291"/>
                  </a:cubicBezTo>
                  <a:lnTo>
                    <a:pt x="3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4583600" y="2671700"/>
              <a:ext cx="9275" cy="73975"/>
            </a:xfrm>
            <a:custGeom>
              <a:rect b="b" l="l" r="r" t="t"/>
              <a:pathLst>
                <a:path extrusionOk="0" h="2959" w="371">
                  <a:moveTo>
                    <a:pt x="0" y="1"/>
                  </a:moveTo>
                  <a:lnTo>
                    <a:pt x="0" y="2256"/>
                  </a:lnTo>
                  <a:cubicBezTo>
                    <a:pt x="0" y="2478"/>
                    <a:pt x="148" y="2700"/>
                    <a:pt x="370" y="2959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4700975" y="2668925"/>
              <a:ext cx="7425" cy="73975"/>
            </a:xfrm>
            <a:custGeom>
              <a:rect b="b" l="l" r="r" t="t"/>
              <a:pathLst>
                <a:path extrusionOk="0" h="2959" w="297">
                  <a:moveTo>
                    <a:pt x="1" y="1"/>
                  </a:moveTo>
                  <a:lnTo>
                    <a:pt x="1" y="2959"/>
                  </a:lnTo>
                  <a:cubicBezTo>
                    <a:pt x="186" y="2811"/>
                    <a:pt x="297" y="2589"/>
                    <a:pt x="297" y="2330"/>
                  </a:cubicBezTo>
                  <a:lnTo>
                    <a:pt x="297" y="218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4591925" y="2668925"/>
              <a:ext cx="10175" cy="82300"/>
            </a:xfrm>
            <a:custGeom>
              <a:rect b="b" l="l" r="r" t="t"/>
              <a:pathLst>
                <a:path extrusionOk="0" h="3292" w="407">
                  <a:moveTo>
                    <a:pt x="0" y="1"/>
                  </a:moveTo>
                  <a:lnTo>
                    <a:pt x="0" y="38"/>
                  </a:lnTo>
                  <a:lnTo>
                    <a:pt x="0" y="2996"/>
                  </a:lnTo>
                  <a:lnTo>
                    <a:pt x="407" y="3291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4615950" y="2671700"/>
              <a:ext cx="10200" cy="87850"/>
            </a:xfrm>
            <a:custGeom>
              <a:rect b="b" l="l" r="r" t="t"/>
              <a:pathLst>
                <a:path extrusionOk="0" h="3514" w="408">
                  <a:moveTo>
                    <a:pt x="0" y="1"/>
                  </a:moveTo>
                  <a:lnTo>
                    <a:pt x="0" y="3402"/>
                  </a:lnTo>
                  <a:cubicBezTo>
                    <a:pt x="148" y="3439"/>
                    <a:pt x="296" y="3513"/>
                    <a:pt x="407" y="3513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4640900" y="2671700"/>
              <a:ext cx="10200" cy="88775"/>
            </a:xfrm>
            <a:custGeom>
              <a:rect b="b" l="l" r="r" t="t"/>
              <a:pathLst>
                <a:path extrusionOk="0" h="3551" w="408">
                  <a:moveTo>
                    <a:pt x="1" y="1"/>
                  </a:moveTo>
                  <a:lnTo>
                    <a:pt x="1" y="3550"/>
                  </a:lnTo>
                  <a:lnTo>
                    <a:pt x="407" y="3550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4664925" y="2671700"/>
              <a:ext cx="10200" cy="87850"/>
            </a:xfrm>
            <a:custGeom>
              <a:rect b="b" l="l" r="r" t="t"/>
              <a:pathLst>
                <a:path extrusionOk="0" h="3514" w="408">
                  <a:moveTo>
                    <a:pt x="1" y="1"/>
                  </a:moveTo>
                  <a:lnTo>
                    <a:pt x="1" y="3513"/>
                  </a:lnTo>
                  <a:cubicBezTo>
                    <a:pt x="149" y="3439"/>
                    <a:pt x="260" y="3439"/>
                    <a:pt x="408" y="3402"/>
                  </a:cubicBezTo>
                  <a:lnTo>
                    <a:pt x="4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4688975" y="2671700"/>
              <a:ext cx="10175" cy="80450"/>
            </a:xfrm>
            <a:custGeom>
              <a:rect b="b" l="l" r="r" t="t"/>
              <a:pathLst>
                <a:path extrusionOk="0" h="3218" w="407">
                  <a:moveTo>
                    <a:pt x="0" y="1"/>
                  </a:moveTo>
                  <a:lnTo>
                    <a:pt x="0" y="3217"/>
                  </a:lnTo>
                  <a:cubicBezTo>
                    <a:pt x="185" y="3143"/>
                    <a:pt x="333" y="3032"/>
                    <a:pt x="407" y="295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4583600" y="2636600"/>
              <a:ext cx="124800" cy="67475"/>
            </a:xfrm>
            <a:custGeom>
              <a:rect b="b" l="l" r="r" t="t"/>
              <a:pathLst>
                <a:path extrusionOk="0" h="2699" w="4992">
                  <a:moveTo>
                    <a:pt x="2515" y="0"/>
                  </a:moveTo>
                  <a:cubicBezTo>
                    <a:pt x="1110" y="0"/>
                    <a:pt x="0" y="592"/>
                    <a:pt x="0" y="1331"/>
                  </a:cubicBezTo>
                  <a:cubicBezTo>
                    <a:pt x="0" y="2070"/>
                    <a:pt x="1110" y="2699"/>
                    <a:pt x="2515" y="2699"/>
                  </a:cubicBezTo>
                  <a:cubicBezTo>
                    <a:pt x="3882" y="2699"/>
                    <a:pt x="4992" y="2070"/>
                    <a:pt x="4992" y="1331"/>
                  </a:cubicBezTo>
                  <a:cubicBezTo>
                    <a:pt x="4992" y="592"/>
                    <a:pt x="3882" y="0"/>
                    <a:pt x="2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4599300" y="2577425"/>
              <a:ext cx="93400" cy="86000"/>
            </a:xfrm>
            <a:custGeom>
              <a:rect b="b" l="l" r="r" t="t"/>
              <a:pathLst>
                <a:path extrusionOk="0" h="3440" w="3736">
                  <a:moveTo>
                    <a:pt x="740" y="1"/>
                  </a:moveTo>
                  <a:lnTo>
                    <a:pt x="1" y="3402"/>
                  </a:lnTo>
                  <a:lnTo>
                    <a:pt x="3735" y="3439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4598400" y="2641200"/>
              <a:ext cx="95200" cy="50875"/>
            </a:xfrm>
            <a:custGeom>
              <a:rect b="b" l="l" r="r" t="t"/>
              <a:pathLst>
                <a:path extrusionOk="0" h="2035" w="3808">
                  <a:moveTo>
                    <a:pt x="1923" y="1"/>
                  </a:moveTo>
                  <a:cubicBezTo>
                    <a:pt x="850" y="1"/>
                    <a:pt x="0" y="481"/>
                    <a:pt x="0" y="1036"/>
                  </a:cubicBezTo>
                  <a:cubicBezTo>
                    <a:pt x="0" y="1554"/>
                    <a:pt x="850" y="2034"/>
                    <a:pt x="1923" y="2034"/>
                  </a:cubicBezTo>
                  <a:cubicBezTo>
                    <a:pt x="2958" y="2034"/>
                    <a:pt x="3808" y="1554"/>
                    <a:pt x="3808" y="1036"/>
                  </a:cubicBezTo>
                  <a:cubicBezTo>
                    <a:pt x="3808" y="481"/>
                    <a:pt x="2958" y="1"/>
                    <a:pt x="1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4617800" y="2562650"/>
              <a:ext cx="57325" cy="30525"/>
            </a:xfrm>
            <a:custGeom>
              <a:rect b="b" l="l" r="r" t="t"/>
              <a:pathLst>
                <a:path extrusionOk="0" h="1221" w="2293">
                  <a:moveTo>
                    <a:pt x="1147" y="0"/>
                  </a:moveTo>
                  <a:cubicBezTo>
                    <a:pt x="481" y="0"/>
                    <a:pt x="0" y="296"/>
                    <a:pt x="0" y="592"/>
                  </a:cubicBezTo>
                  <a:cubicBezTo>
                    <a:pt x="0" y="925"/>
                    <a:pt x="481" y="1220"/>
                    <a:pt x="1147" y="1220"/>
                  </a:cubicBezTo>
                  <a:cubicBezTo>
                    <a:pt x="1775" y="1220"/>
                    <a:pt x="2293" y="925"/>
                    <a:pt x="2293" y="592"/>
                  </a:cubicBezTo>
                  <a:cubicBezTo>
                    <a:pt x="2293" y="222"/>
                    <a:pt x="1775" y="0"/>
                    <a:pt x="11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9" name="Google Shape;969;p33"/>
          <p:cNvSpPr txBox="1"/>
          <p:nvPr/>
        </p:nvSpPr>
        <p:spPr>
          <a:xfrm>
            <a:off x="2101250" y="712575"/>
            <a:ext cx="41019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Diabetes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grpSp>
        <p:nvGrpSpPr>
          <p:cNvPr id="970" name="Google Shape;970;p33"/>
          <p:cNvGrpSpPr/>
          <p:nvPr/>
        </p:nvGrpSpPr>
        <p:grpSpPr>
          <a:xfrm>
            <a:off x="6988793" y="3489922"/>
            <a:ext cx="2118300" cy="1542817"/>
            <a:chOff x="3592775" y="626275"/>
            <a:chExt cx="1122100" cy="973325"/>
          </a:xfrm>
        </p:grpSpPr>
        <p:sp>
          <p:nvSpPr>
            <p:cNvPr id="971" name="Google Shape;971;p33"/>
            <p:cNvSpPr/>
            <p:nvPr/>
          </p:nvSpPr>
          <p:spPr>
            <a:xfrm>
              <a:off x="3592775" y="1458150"/>
              <a:ext cx="265300" cy="141450"/>
            </a:xfrm>
            <a:custGeom>
              <a:rect b="b" l="l" r="r" t="t"/>
              <a:pathLst>
                <a:path extrusionOk="0" h="5658" w="10612">
                  <a:moveTo>
                    <a:pt x="5325" y="0"/>
                  </a:moveTo>
                  <a:cubicBezTo>
                    <a:pt x="2404" y="0"/>
                    <a:pt x="1" y="1257"/>
                    <a:pt x="1" y="2810"/>
                  </a:cubicBezTo>
                  <a:cubicBezTo>
                    <a:pt x="1" y="4378"/>
                    <a:pt x="2301" y="5658"/>
                    <a:pt x="5201" y="5658"/>
                  </a:cubicBezTo>
                  <a:cubicBezTo>
                    <a:pt x="5242" y="5658"/>
                    <a:pt x="5283" y="5657"/>
                    <a:pt x="5325" y="5657"/>
                  </a:cubicBezTo>
                  <a:cubicBezTo>
                    <a:pt x="8208" y="5657"/>
                    <a:pt x="10611" y="4400"/>
                    <a:pt x="10611" y="2810"/>
                  </a:cubicBezTo>
                  <a:cubicBezTo>
                    <a:pt x="10611" y="1257"/>
                    <a:pt x="8282" y="0"/>
                    <a:pt x="5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4448650" y="1311175"/>
              <a:ext cx="266225" cy="141475"/>
            </a:xfrm>
            <a:custGeom>
              <a:rect b="b" l="l" r="r" t="t"/>
              <a:pathLst>
                <a:path extrusionOk="0" h="5659" w="10649">
                  <a:moveTo>
                    <a:pt x="5325" y="1"/>
                  </a:moveTo>
                  <a:cubicBezTo>
                    <a:pt x="2404" y="1"/>
                    <a:pt x="1" y="1258"/>
                    <a:pt x="1" y="2848"/>
                  </a:cubicBezTo>
                  <a:cubicBezTo>
                    <a:pt x="1" y="4379"/>
                    <a:pt x="2301" y="5658"/>
                    <a:pt x="5201" y="5658"/>
                  </a:cubicBezTo>
                  <a:cubicBezTo>
                    <a:pt x="5242" y="5658"/>
                    <a:pt x="5283" y="5658"/>
                    <a:pt x="5325" y="5658"/>
                  </a:cubicBezTo>
                  <a:cubicBezTo>
                    <a:pt x="8245" y="5658"/>
                    <a:pt x="10648" y="4401"/>
                    <a:pt x="10648" y="2848"/>
                  </a:cubicBezTo>
                  <a:cubicBezTo>
                    <a:pt x="10648" y="1258"/>
                    <a:pt x="8282" y="1"/>
                    <a:pt x="53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3873750" y="898425"/>
              <a:ext cx="244975" cy="142900"/>
            </a:xfrm>
            <a:custGeom>
              <a:rect b="b" l="l" r="r" t="t"/>
              <a:pathLst>
                <a:path extrusionOk="0" h="5716" w="9799">
                  <a:moveTo>
                    <a:pt x="8769" y="1"/>
                  </a:moveTo>
                  <a:cubicBezTo>
                    <a:pt x="7684" y="1"/>
                    <a:pt x="5846" y="958"/>
                    <a:pt x="5066" y="1316"/>
                  </a:cubicBezTo>
                  <a:cubicBezTo>
                    <a:pt x="4179" y="1723"/>
                    <a:pt x="1" y="3497"/>
                    <a:pt x="1" y="3497"/>
                  </a:cubicBezTo>
                  <a:lnTo>
                    <a:pt x="1923" y="5716"/>
                  </a:lnTo>
                  <a:cubicBezTo>
                    <a:pt x="1923" y="5716"/>
                    <a:pt x="4105" y="3941"/>
                    <a:pt x="5584" y="3202"/>
                  </a:cubicBezTo>
                  <a:cubicBezTo>
                    <a:pt x="6988" y="2499"/>
                    <a:pt x="7987" y="1945"/>
                    <a:pt x="9059" y="1242"/>
                  </a:cubicBezTo>
                  <a:cubicBezTo>
                    <a:pt x="9613" y="798"/>
                    <a:pt x="9798" y="244"/>
                    <a:pt x="9170" y="59"/>
                  </a:cubicBezTo>
                  <a:cubicBezTo>
                    <a:pt x="9054" y="19"/>
                    <a:pt x="8919" y="1"/>
                    <a:pt x="8769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3654700" y="981250"/>
              <a:ext cx="377125" cy="302625"/>
            </a:xfrm>
            <a:custGeom>
              <a:rect b="b" l="l" r="r" t="t"/>
              <a:pathLst>
                <a:path extrusionOk="0" h="12105" w="15085">
                  <a:moveTo>
                    <a:pt x="9219" y="1"/>
                  </a:moveTo>
                  <a:cubicBezTo>
                    <a:pt x="9141" y="1"/>
                    <a:pt x="9062" y="12"/>
                    <a:pt x="8985" y="36"/>
                  </a:cubicBezTo>
                  <a:cubicBezTo>
                    <a:pt x="8985" y="36"/>
                    <a:pt x="6841" y="739"/>
                    <a:pt x="6212" y="1183"/>
                  </a:cubicBezTo>
                  <a:cubicBezTo>
                    <a:pt x="5547" y="1663"/>
                    <a:pt x="1739" y="4140"/>
                    <a:pt x="925" y="5175"/>
                  </a:cubicBezTo>
                  <a:cubicBezTo>
                    <a:pt x="149" y="6174"/>
                    <a:pt x="1" y="7911"/>
                    <a:pt x="1110" y="8762"/>
                  </a:cubicBezTo>
                  <a:cubicBezTo>
                    <a:pt x="2219" y="9612"/>
                    <a:pt x="3217" y="11497"/>
                    <a:pt x="4179" y="12015"/>
                  </a:cubicBezTo>
                  <a:cubicBezTo>
                    <a:pt x="4293" y="12076"/>
                    <a:pt x="4426" y="12105"/>
                    <a:pt x="4576" y="12105"/>
                  </a:cubicBezTo>
                  <a:cubicBezTo>
                    <a:pt x="5687" y="12105"/>
                    <a:pt x="7726" y="10561"/>
                    <a:pt x="9909" y="9649"/>
                  </a:cubicBezTo>
                  <a:cubicBezTo>
                    <a:pt x="12349" y="8651"/>
                    <a:pt x="12904" y="8577"/>
                    <a:pt x="13902" y="7948"/>
                  </a:cubicBezTo>
                  <a:cubicBezTo>
                    <a:pt x="15085" y="7209"/>
                    <a:pt x="13199" y="3031"/>
                    <a:pt x="12349" y="2661"/>
                  </a:cubicBezTo>
                  <a:cubicBezTo>
                    <a:pt x="11589" y="2316"/>
                    <a:pt x="10345" y="1"/>
                    <a:pt x="9219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3949550" y="984000"/>
              <a:ext cx="243100" cy="141425"/>
            </a:xfrm>
            <a:custGeom>
              <a:rect b="b" l="l" r="r" t="t"/>
              <a:pathLst>
                <a:path extrusionOk="0" h="5657" w="9724">
                  <a:moveTo>
                    <a:pt x="8245" y="0"/>
                  </a:moveTo>
                  <a:cubicBezTo>
                    <a:pt x="7801" y="0"/>
                    <a:pt x="7506" y="629"/>
                    <a:pt x="6951" y="1257"/>
                  </a:cubicBezTo>
                  <a:cubicBezTo>
                    <a:pt x="6507" y="1738"/>
                    <a:pt x="5731" y="2219"/>
                    <a:pt x="5029" y="2477"/>
                  </a:cubicBezTo>
                  <a:cubicBezTo>
                    <a:pt x="3846" y="2773"/>
                    <a:pt x="1" y="3956"/>
                    <a:pt x="1" y="3956"/>
                  </a:cubicBezTo>
                  <a:lnTo>
                    <a:pt x="1886" y="5657"/>
                  </a:lnTo>
                  <a:cubicBezTo>
                    <a:pt x="1886" y="5657"/>
                    <a:pt x="3550" y="5213"/>
                    <a:pt x="5213" y="4474"/>
                  </a:cubicBezTo>
                  <a:cubicBezTo>
                    <a:pt x="5953" y="4141"/>
                    <a:pt x="6618" y="3771"/>
                    <a:pt x="7062" y="3402"/>
                  </a:cubicBezTo>
                  <a:cubicBezTo>
                    <a:pt x="7690" y="2921"/>
                    <a:pt x="8097" y="2477"/>
                    <a:pt x="8245" y="2108"/>
                  </a:cubicBezTo>
                  <a:cubicBezTo>
                    <a:pt x="8504" y="1516"/>
                    <a:pt x="9724" y="74"/>
                    <a:pt x="8245" y="0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3931075" y="972900"/>
              <a:ext cx="93375" cy="54550"/>
            </a:xfrm>
            <a:custGeom>
              <a:rect b="b" l="l" r="r" t="t"/>
              <a:pathLst>
                <a:path extrusionOk="0" h="2182" w="3735">
                  <a:moveTo>
                    <a:pt x="3734" y="1"/>
                  </a:moveTo>
                  <a:lnTo>
                    <a:pt x="3734" y="1"/>
                  </a:lnTo>
                  <a:cubicBezTo>
                    <a:pt x="3660" y="38"/>
                    <a:pt x="2625" y="186"/>
                    <a:pt x="2071" y="444"/>
                  </a:cubicBezTo>
                  <a:cubicBezTo>
                    <a:pt x="1516" y="740"/>
                    <a:pt x="222" y="1443"/>
                    <a:pt x="0" y="1701"/>
                  </a:cubicBezTo>
                  <a:cubicBezTo>
                    <a:pt x="37" y="1738"/>
                    <a:pt x="370" y="2182"/>
                    <a:pt x="370" y="2182"/>
                  </a:cubicBezTo>
                  <a:cubicBezTo>
                    <a:pt x="370" y="2182"/>
                    <a:pt x="1442" y="1295"/>
                    <a:pt x="1886" y="1073"/>
                  </a:cubicBezTo>
                  <a:cubicBezTo>
                    <a:pt x="2329" y="777"/>
                    <a:pt x="3734" y="1"/>
                    <a:pt x="3734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3926450" y="946025"/>
              <a:ext cx="174425" cy="156300"/>
            </a:xfrm>
            <a:custGeom>
              <a:rect b="b" l="l" r="r" t="t"/>
              <a:pathLst>
                <a:path extrusionOk="0" h="6252" w="6977">
                  <a:moveTo>
                    <a:pt x="6495" y="0"/>
                  </a:moveTo>
                  <a:cubicBezTo>
                    <a:pt x="6342" y="0"/>
                    <a:pt x="6149" y="46"/>
                    <a:pt x="5916" y="151"/>
                  </a:cubicBezTo>
                  <a:cubicBezTo>
                    <a:pt x="5139" y="521"/>
                    <a:pt x="4954" y="2000"/>
                    <a:pt x="4954" y="2000"/>
                  </a:cubicBezTo>
                  <a:cubicBezTo>
                    <a:pt x="4954" y="2000"/>
                    <a:pt x="3439" y="2555"/>
                    <a:pt x="2773" y="3035"/>
                  </a:cubicBezTo>
                  <a:cubicBezTo>
                    <a:pt x="2675" y="3027"/>
                    <a:pt x="2564" y="3023"/>
                    <a:pt x="2444" y="3023"/>
                  </a:cubicBezTo>
                  <a:cubicBezTo>
                    <a:pt x="1490" y="3023"/>
                    <a:pt x="0" y="3257"/>
                    <a:pt x="0" y="3257"/>
                  </a:cubicBezTo>
                  <a:lnTo>
                    <a:pt x="0" y="6252"/>
                  </a:lnTo>
                  <a:cubicBezTo>
                    <a:pt x="0" y="6252"/>
                    <a:pt x="2219" y="5364"/>
                    <a:pt x="3697" y="4773"/>
                  </a:cubicBezTo>
                  <a:cubicBezTo>
                    <a:pt x="4917" y="4292"/>
                    <a:pt x="6248" y="3590"/>
                    <a:pt x="6470" y="2665"/>
                  </a:cubicBezTo>
                  <a:cubicBezTo>
                    <a:pt x="6618" y="2111"/>
                    <a:pt x="6840" y="1113"/>
                    <a:pt x="6951" y="521"/>
                  </a:cubicBezTo>
                  <a:cubicBezTo>
                    <a:pt x="6976" y="217"/>
                    <a:pt x="6828" y="0"/>
                    <a:pt x="6495" y="0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3966200" y="1075575"/>
              <a:ext cx="224600" cy="109025"/>
            </a:xfrm>
            <a:custGeom>
              <a:rect b="b" l="l" r="r" t="t"/>
              <a:pathLst>
                <a:path extrusionOk="0" h="4361" w="8984">
                  <a:moveTo>
                    <a:pt x="7599" y="1"/>
                  </a:moveTo>
                  <a:cubicBezTo>
                    <a:pt x="6706" y="1"/>
                    <a:pt x="5575" y="365"/>
                    <a:pt x="4991" y="552"/>
                  </a:cubicBezTo>
                  <a:cubicBezTo>
                    <a:pt x="3734" y="996"/>
                    <a:pt x="0" y="2142"/>
                    <a:pt x="0" y="2142"/>
                  </a:cubicBezTo>
                  <a:lnTo>
                    <a:pt x="1220" y="4360"/>
                  </a:lnTo>
                  <a:cubicBezTo>
                    <a:pt x="1220" y="4360"/>
                    <a:pt x="4067" y="2548"/>
                    <a:pt x="5361" y="2142"/>
                  </a:cubicBezTo>
                  <a:cubicBezTo>
                    <a:pt x="5989" y="1920"/>
                    <a:pt x="6692" y="1550"/>
                    <a:pt x="7468" y="1365"/>
                  </a:cubicBezTo>
                  <a:cubicBezTo>
                    <a:pt x="8245" y="1107"/>
                    <a:pt x="8984" y="922"/>
                    <a:pt x="8762" y="478"/>
                  </a:cubicBezTo>
                  <a:cubicBezTo>
                    <a:pt x="8558" y="124"/>
                    <a:pt x="8119" y="1"/>
                    <a:pt x="7599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3654700" y="871175"/>
              <a:ext cx="170100" cy="290175"/>
            </a:xfrm>
            <a:custGeom>
              <a:rect b="b" l="l" r="r" t="t"/>
              <a:pathLst>
                <a:path extrusionOk="0" h="11607" w="6804">
                  <a:moveTo>
                    <a:pt x="5400" y="0"/>
                  </a:moveTo>
                  <a:cubicBezTo>
                    <a:pt x="5318" y="0"/>
                    <a:pt x="5240" y="47"/>
                    <a:pt x="5177" y="151"/>
                  </a:cubicBezTo>
                  <a:cubicBezTo>
                    <a:pt x="4918" y="558"/>
                    <a:pt x="4807" y="853"/>
                    <a:pt x="4400" y="1815"/>
                  </a:cubicBezTo>
                  <a:cubicBezTo>
                    <a:pt x="3624" y="3626"/>
                    <a:pt x="2219" y="5401"/>
                    <a:pt x="1812" y="6399"/>
                  </a:cubicBezTo>
                  <a:cubicBezTo>
                    <a:pt x="1480" y="7027"/>
                    <a:pt x="555" y="8839"/>
                    <a:pt x="186" y="10133"/>
                  </a:cubicBezTo>
                  <a:cubicBezTo>
                    <a:pt x="1" y="10687"/>
                    <a:pt x="112" y="11020"/>
                    <a:pt x="149" y="11316"/>
                  </a:cubicBezTo>
                  <a:cubicBezTo>
                    <a:pt x="211" y="11519"/>
                    <a:pt x="449" y="11606"/>
                    <a:pt x="796" y="11606"/>
                  </a:cubicBezTo>
                  <a:cubicBezTo>
                    <a:pt x="2094" y="11606"/>
                    <a:pt x="4914" y="10378"/>
                    <a:pt x="5731" y="9357"/>
                  </a:cubicBezTo>
                  <a:cubicBezTo>
                    <a:pt x="6804" y="8063"/>
                    <a:pt x="5436" y="6695"/>
                    <a:pt x="5362" y="6584"/>
                  </a:cubicBezTo>
                  <a:cubicBezTo>
                    <a:pt x="5362" y="6473"/>
                    <a:pt x="5177" y="5438"/>
                    <a:pt x="5436" y="4218"/>
                  </a:cubicBezTo>
                  <a:cubicBezTo>
                    <a:pt x="5879" y="3145"/>
                    <a:pt x="6101" y="2258"/>
                    <a:pt x="6101" y="1408"/>
                  </a:cubicBezTo>
                  <a:cubicBezTo>
                    <a:pt x="6072" y="624"/>
                    <a:pt x="5702" y="0"/>
                    <a:pt x="5400" y="0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3625125" y="1122625"/>
              <a:ext cx="222775" cy="387300"/>
            </a:xfrm>
            <a:custGeom>
              <a:rect b="b" l="l" r="r" t="t"/>
              <a:pathLst>
                <a:path extrusionOk="0" h="15492" w="8911">
                  <a:moveTo>
                    <a:pt x="1369" y="1"/>
                  </a:moveTo>
                  <a:cubicBezTo>
                    <a:pt x="1369" y="1"/>
                    <a:pt x="408" y="4918"/>
                    <a:pt x="149" y="8245"/>
                  </a:cubicBezTo>
                  <a:cubicBezTo>
                    <a:pt x="1" y="9650"/>
                    <a:pt x="75" y="15492"/>
                    <a:pt x="75" y="15492"/>
                  </a:cubicBezTo>
                  <a:lnTo>
                    <a:pt x="7987" y="15492"/>
                  </a:lnTo>
                  <a:cubicBezTo>
                    <a:pt x="7987" y="15492"/>
                    <a:pt x="7802" y="5510"/>
                    <a:pt x="8393" y="4327"/>
                  </a:cubicBezTo>
                  <a:cubicBezTo>
                    <a:pt x="8911" y="3217"/>
                    <a:pt x="2626" y="519"/>
                    <a:pt x="1517" y="75"/>
                  </a:cubicBezTo>
                  <a:cubicBezTo>
                    <a:pt x="1443" y="75"/>
                    <a:pt x="1369" y="1"/>
                    <a:pt x="1369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3626050" y="1458150"/>
              <a:ext cx="198750" cy="106300"/>
            </a:xfrm>
            <a:custGeom>
              <a:rect b="b" l="l" r="r" t="t"/>
              <a:pathLst>
                <a:path extrusionOk="0" h="4252" w="7950">
                  <a:moveTo>
                    <a:pt x="3994" y="0"/>
                  </a:moveTo>
                  <a:cubicBezTo>
                    <a:pt x="1812" y="0"/>
                    <a:pt x="1" y="962"/>
                    <a:pt x="1" y="2145"/>
                  </a:cubicBezTo>
                  <a:cubicBezTo>
                    <a:pt x="1" y="3328"/>
                    <a:pt x="1775" y="4252"/>
                    <a:pt x="3994" y="4252"/>
                  </a:cubicBezTo>
                  <a:cubicBezTo>
                    <a:pt x="6138" y="4252"/>
                    <a:pt x="7950" y="3291"/>
                    <a:pt x="7950" y="2145"/>
                  </a:cubicBezTo>
                  <a:cubicBezTo>
                    <a:pt x="7950" y="962"/>
                    <a:pt x="6212" y="0"/>
                    <a:pt x="3994" y="0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3964350" y="1056100"/>
              <a:ext cx="76725" cy="19425"/>
            </a:xfrm>
            <a:custGeom>
              <a:rect b="b" l="l" r="r" t="t"/>
              <a:pathLst>
                <a:path extrusionOk="0" h="777" w="3069">
                  <a:moveTo>
                    <a:pt x="3069" y="0"/>
                  </a:moveTo>
                  <a:cubicBezTo>
                    <a:pt x="3068" y="0"/>
                    <a:pt x="1627" y="185"/>
                    <a:pt x="1109" y="222"/>
                  </a:cubicBezTo>
                  <a:cubicBezTo>
                    <a:pt x="629" y="333"/>
                    <a:pt x="0" y="481"/>
                    <a:pt x="0" y="481"/>
                  </a:cubicBezTo>
                  <a:lnTo>
                    <a:pt x="333" y="776"/>
                  </a:lnTo>
                  <a:cubicBezTo>
                    <a:pt x="333" y="776"/>
                    <a:pt x="2366" y="185"/>
                    <a:pt x="3069" y="0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3996700" y="1088450"/>
              <a:ext cx="94300" cy="31450"/>
            </a:xfrm>
            <a:custGeom>
              <a:rect b="b" l="l" r="r" t="t"/>
              <a:pathLst>
                <a:path extrusionOk="0" h="1258" w="3772">
                  <a:moveTo>
                    <a:pt x="3771" y="0"/>
                  </a:moveTo>
                  <a:cubicBezTo>
                    <a:pt x="3771" y="0"/>
                    <a:pt x="2477" y="148"/>
                    <a:pt x="1997" y="259"/>
                  </a:cubicBezTo>
                  <a:cubicBezTo>
                    <a:pt x="1590" y="407"/>
                    <a:pt x="998" y="703"/>
                    <a:pt x="666" y="739"/>
                  </a:cubicBezTo>
                  <a:cubicBezTo>
                    <a:pt x="567" y="752"/>
                    <a:pt x="460" y="756"/>
                    <a:pt x="362" y="756"/>
                  </a:cubicBezTo>
                  <a:cubicBezTo>
                    <a:pt x="164" y="756"/>
                    <a:pt x="0" y="739"/>
                    <a:pt x="0" y="739"/>
                  </a:cubicBezTo>
                  <a:lnTo>
                    <a:pt x="0" y="739"/>
                  </a:lnTo>
                  <a:lnTo>
                    <a:pt x="222" y="1257"/>
                  </a:lnTo>
                  <a:cubicBezTo>
                    <a:pt x="222" y="1257"/>
                    <a:pt x="1294" y="776"/>
                    <a:pt x="1849" y="592"/>
                  </a:cubicBezTo>
                  <a:cubicBezTo>
                    <a:pt x="2403" y="370"/>
                    <a:pt x="3771" y="0"/>
                    <a:pt x="3771" y="0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3802600" y="1240025"/>
              <a:ext cx="64725" cy="305025"/>
            </a:xfrm>
            <a:custGeom>
              <a:rect b="b" l="l" r="r" t="t"/>
              <a:pathLst>
                <a:path extrusionOk="0" h="12201" w="2589">
                  <a:moveTo>
                    <a:pt x="2588" y="0"/>
                  </a:moveTo>
                  <a:lnTo>
                    <a:pt x="2588" y="0"/>
                  </a:lnTo>
                  <a:cubicBezTo>
                    <a:pt x="2588" y="0"/>
                    <a:pt x="1442" y="37"/>
                    <a:pt x="814" y="407"/>
                  </a:cubicBezTo>
                  <a:cubicBezTo>
                    <a:pt x="259" y="703"/>
                    <a:pt x="74" y="2108"/>
                    <a:pt x="74" y="3143"/>
                  </a:cubicBezTo>
                  <a:cubicBezTo>
                    <a:pt x="0" y="4104"/>
                    <a:pt x="74" y="12201"/>
                    <a:pt x="74" y="12201"/>
                  </a:cubicBezTo>
                  <a:cubicBezTo>
                    <a:pt x="74" y="12201"/>
                    <a:pt x="925" y="11868"/>
                    <a:pt x="925" y="10870"/>
                  </a:cubicBezTo>
                  <a:cubicBezTo>
                    <a:pt x="925" y="10204"/>
                    <a:pt x="888" y="5694"/>
                    <a:pt x="998" y="2958"/>
                  </a:cubicBezTo>
                  <a:cubicBezTo>
                    <a:pt x="1035" y="1664"/>
                    <a:pt x="1183" y="961"/>
                    <a:pt x="1590" y="629"/>
                  </a:cubicBezTo>
                  <a:cubicBezTo>
                    <a:pt x="1960" y="259"/>
                    <a:pt x="1997" y="259"/>
                    <a:pt x="2588" y="0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3680600" y="1132800"/>
              <a:ext cx="50850" cy="76750"/>
            </a:xfrm>
            <a:custGeom>
              <a:rect b="b" l="l" r="r" t="t"/>
              <a:pathLst>
                <a:path extrusionOk="0" h="3070" w="2034">
                  <a:moveTo>
                    <a:pt x="0" y="1"/>
                  </a:moveTo>
                  <a:cubicBezTo>
                    <a:pt x="0" y="1"/>
                    <a:pt x="0" y="1184"/>
                    <a:pt x="592" y="1923"/>
                  </a:cubicBezTo>
                  <a:cubicBezTo>
                    <a:pt x="1257" y="2700"/>
                    <a:pt x="2033" y="3069"/>
                    <a:pt x="2033" y="3069"/>
                  </a:cubicBezTo>
                  <a:cubicBezTo>
                    <a:pt x="2033" y="3069"/>
                    <a:pt x="1627" y="2441"/>
                    <a:pt x="998" y="1590"/>
                  </a:cubicBezTo>
                  <a:cubicBezTo>
                    <a:pt x="407" y="77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3787800" y="1065325"/>
              <a:ext cx="152525" cy="85075"/>
            </a:xfrm>
            <a:custGeom>
              <a:rect b="b" l="l" r="r" t="t"/>
              <a:pathLst>
                <a:path extrusionOk="0" h="3403" w="6101">
                  <a:moveTo>
                    <a:pt x="3180" y="1"/>
                  </a:moveTo>
                  <a:cubicBezTo>
                    <a:pt x="3180" y="1"/>
                    <a:pt x="1886" y="1443"/>
                    <a:pt x="1332" y="1886"/>
                  </a:cubicBezTo>
                  <a:cubicBezTo>
                    <a:pt x="777" y="2404"/>
                    <a:pt x="1" y="3402"/>
                    <a:pt x="1" y="3402"/>
                  </a:cubicBezTo>
                  <a:cubicBezTo>
                    <a:pt x="1" y="3402"/>
                    <a:pt x="1812" y="2774"/>
                    <a:pt x="3254" y="2367"/>
                  </a:cubicBezTo>
                  <a:cubicBezTo>
                    <a:pt x="4659" y="1997"/>
                    <a:pt x="6101" y="1997"/>
                    <a:pt x="6101" y="1997"/>
                  </a:cubicBezTo>
                  <a:cubicBezTo>
                    <a:pt x="6101" y="1997"/>
                    <a:pt x="5259" y="1774"/>
                    <a:pt x="4407" y="1774"/>
                  </a:cubicBezTo>
                  <a:cubicBezTo>
                    <a:pt x="4217" y="1774"/>
                    <a:pt x="4027" y="1785"/>
                    <a:pt x="3846" y="1812"/>
                  </a:cubicBezTo>
                  <a:cubicBezTo>
                    <a:pt x="2441" y="1997"/>
                    <a:pt x="1480" y="2256"/>
                    <a:pt x="1480" y="2256"/>
                  </a:cubicBezTo>
                  <a:cubicBezTo>
                    <a:pt x="1480" y="2256"/>
                    <a:pt x="2995" y="1221"/>
                    <a:pt x="3180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4149200" y="626275"/>
              <a:ext cx="531475" cy="797700"/>
            </a:xfrm>
            <a:custGeom>
              <a:rect b="b" l="l" r="r" t="t"/>
              <a:pathLst>
                <a:path extrusionOk="0" h="31908" w="21259">
                  <a:moveTo>
                    <a:pt x="9073" y="1"/>
                  </a:moveTo>
                  <a:cubicBezTo>
                    <a:pt x="8776" y="1"/>
                    <a:pt x="8588" y="248"/>
                    <a:pt x="8799" y="1074"/>
                  </a:cubicBezTo>
                  <a:cubicBezTo>
                    <a:pt x="9095" y="2294"/>
                    <a:pt x="10722" y="5178"/>
                    <a:pt x="10722" y="5178"/>
                  </a:cubicBezTo>
                  <a:cubicBezTo>
                    <a:pt x="10722" y="5178"/>
                    <a:pt x="9847" y="5256"/>
                    <a:pt x="8969" y="5256"/>
                  </a:cubicBezTo>
                  <a:cubicBezTo>
                    <a:pt x="8043" y="5256"/>
                    <a:pt x="7115" y="5169"/>
                    <a:pt x="7210" y="4808"/>
                  </a:cubicBezTo>
                  <a:cubicBezTo>
                    <a:pt x="7394" y="4105"/>
                    <a:pt x="6877" y="2664"/>
                    <a:pt x="6581" y="1333"/>
                  </a:cubicBezTo>
                  <a:cubicBezTo>
                    <a:pt x="6383" y="561"/>
                    <a:pt x="5764" y="66"/>
                    <a:pt x="5296" y="66"/>
                  </a:cubicBezTo>
                  <a:cubicBezTo>
                    <a:pt x="4980" y="66"/>
                    <a:pt x="4733" y="293"/>
                    <a:pt x="4733" y="815"/>
                  </a:cubicBezTo>
                  <a:cubicBezTo>
                    <a:pt x="4733" y="1702"/>
                    <a:pt x="4917" y="2775"/>
                    <a:pt x="4917" y="2996"/>
                  </a:cubicBezTo>
                  <a:cubicBezTo>
                    <a:pt x="4657" y="2476"/>
                    <a:pt x="4225" y="1811"/>
                    <a:pt x="3696" y="1811"/>
                  </a:cubicBezTo>
                  <a:cubicBezTo>
                    <a:pt x="3624" y="1811"/>
                    <a:pt x="3551" y="1824"/>
                    <a:pt x="3476" y="1850"/>
                  </a:cubicBezTo>
                  <a:cubicBezTo>
                    <a:pt x="2440" y="2183"/>
                    <a:pt x="3106" y="3551"/>
                    <a:pt x="3439" y="5436"/>
                  </a:cubicBezTo>
                  <a:cubicBezTo>
                    <a:pt x="3734" y="7359"/>
                    <a:pt x="5361" y="10390"/>
                    <a:pt x="5361" y="10390"/>
                  </a:cubicBezTo>
                  <a:cubicBezTo>
                    <a:pt x="5361" y="10390"/>
                    <a:pt x="2995" y="9133"/>
                    <a:pt x="2255" y="6767"/>
                  </a:cubicBezTo>
                  <a:cubicBezTo>
                    <a:pt x="2158" y="5339"/>
                    <a:pt x="1604" y="4224"/>
                    <a:pt x="845" y="4224"/>
                  </a:cubicBezTo>
                  <a:cubicBezTo>
                    <a:pt x="740" y="4224"/>
                    <a:pt x="630" y="4245"/>
                    <a:pt x="518" y="4290"/>
                  </a:cubicBezTo>
                  <a:cubicBezTo>
                    <a:pt x="0" y="4549"/>
                    <a:pt x="111" y="5289"/>
                    <a:pt x="296" y="6656"/>
                  </a:cubicBezTo>
                  <a:cubicBezTo>
                    <a:pt x="370" y="7396"/>
                    <a:pt x="370" y="8542"/>
                    <a:pt x="703" y="9429"/>
                  </a:cubicBezTo>
                  <a:cubicBezTo>
                    <a:pt x="1442" y="11241"/>
                    <a:pt x="3069" y="11869"/>
                    <a:pt x="4622" y="13422"/>
                  </a:cubicBezTo>
                  <a:cubicBezTo>
                    <a:pt x="5028" y="13829"/>
                    <a:pt x="6285" y="14901"/>
                    <a:pt x="7357" y="16047"/>
                  </a:cubicBezTo>
                  <a:cubicBezTo>
                    <a:pt x="7949" y="16121"/>
                    <a:pt x="8873" y="16417"/>
                    <a:pt x="9576" y="17045"/>
                  </a:cubicBezTo>
                  <a:cubicBezTo>
                    <a:pt x="10315" y="17748"/>
                    <a:pt x="12496" y="18894"/>
                    <a:pt x="13310" y="19559"/>
                  </a:cubicBezTo>
                  <a:cubicBezTo>
                    <a:pt x="14160" y="20262"/>
                    <a:pt x="14899" y="20631"/>
                    <a:pt x="14936" y="24218"/>
                  </a:cubicBezTo>
                  <a:cubicBezTo>
                    <a:pt x="14973" y="26436"/>
                    <a:pt x="14789" y="29393"/>
                    <a:pt x="14641" y="31353"/>
                  </a:cubicBezTo>
                  <a:cubicBezTo>
                    <a:pt x="15343" y="31649"/>
                    <a:pt x="16267" y="31907"/>
                    <a:pt x="17303" y="31907"/>
                  </a:cubicBezTo>
                  <a:cubicBezTo>
                    <a:pt x="19521" y="31907"/>
                    <a:pt x="21258" y="30983"/>
                    <a:pt x="21258" y="29763"/>
                  </a:cubicBezTo>
                  <a:lnTo>
                    <a:pt x="21258" y="23663"/>
                  </a:lnTo>
                  <a:cubicBezTo>
                    <a:pt x="21258" y="20483"/>
                    <a:pt x="20223" y="16047"/>
                    <a:pt x="19373" y="14309"/>
                  </a:cubicBezTo>
                  <a:cubicBezTo>
                    <a:pt x="18153" y="12017"/>
                    <a:pt x="18560" y="12535"/>
                    <a:pt x="16378" y="9836"/>
                  </a:cubicBezTo>
                  <a:cubicBezTo>
                    <a:pt x="14197" y="7174"/>
                    <a:pt x="13827" y="5030"/>
                    <a:pt x="12607" y="4290"/>
                  </a:cubicBezTo>
                  <a:cubicBezTo>
                    <a:pt x="11424" y="3551"/>
                    <a:pt x="10833" y="1074"/>
                    <a:pt x="9945" y="371"/>
                  </a:cubicBezTo>
                  <a:cubicBezTo>
                    <a:pt x="9715" y="212"/>
                    <a:pt x="9347" y="1"/>
                    <a:pt x="9073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4333125" y="1027425"/>
              <a:ext cx="190425" cy="383600"/>
            </a:xfrm>
            <a:custGeom>
              <a:rect b="b" l="l" r="r" t="t"/>
              <a:pathLst>
                <a:path extrusionOk="0" h="15344" w="7617">
                  <a:moveTo>
                    <a:pt x="0" y="1"/>
                  </a:moveTo>
                  <a:lnTo>
                    <a:pt x="0" y="1"/>
                  </a:lnTo>
                  <a:cubicBezTo>
                    <a:pt x="333" y="371"/>
                    <a:pt x="629" y="703"/>
                    <a:pt x="925" y="1036"/>
                  </a:cubicBezTo>
                  <a:cubicBezTo>
                    <a:pt x="2404" y="2885"/>
                    <a:pt x="5620" y="4437"/>
                    <a:pt x="5805" y="5066"/>
                  </a:cubicBezTo>
                  <a:cubicBezTo>
                    <a:pt x="6138" y="6360"/>
                    <a:pt x="5953" y="13754"/>
                    <a:pt x="5953" y="13754"/>
                  </a:cubicBezTo>
                  <a:cubicBezTo>
                    <a:pt x="5953" y="14420"/>
                    <a:pt x="6470" y="14974"/>
                    <a:pt x="7284" y="15344"/>
                  </a:cubicBezTo>
                  <a:cubicBezTo>
                    <a:pt x="7432" y="13384"/>
                    <a:pt x="7616" y="10390"/>
                    <a:pt x="7579" y="8172"/>
                  </a:cubicBezTo>
                  <a:cubicBezTo>
                    <a:pt x="7505" y="4585"/>
                    <a:pt x="6803" y="4216"/>
                    <a:pt x="5953" y="3513"/>
                  </a:cubicBezTo>
                  <a:cubicBezTo>
                    <a:pt x="5139" y="2811"/>
                    <a:pt x="2958" y="1702"/>
                    <a:pt x="2219" y="999"/>
                  </a:cubicBezTo>
                  <a:cubicBezTo>
                    <a:pt x="1516" y="371"/>
                    <a:pt x="592" y="75"/>
                    <a:pt x="0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4302625" y="795450"/>
              <a:ext cx="276375" cy="230825"/>
            </a:xfrm>
            <a:custGeom>
              <a:rect b="b" l="l" r="r" t="t"/>
              <a:pathLst>
                <a:path extrusionOk="0" h="9233" w="11055">
                  <a:moveTo>
                    <a:pt x="7653" y="0"/>
                  </a:moveTo>
                  <a:lnTo>
                    <a:pt x="3069" y="2514"/>
                  </a:lnTo>
                  <a:lnTo>
                    <a:pt x="0" y="3956"/>
                  </a:lnTo>
                  <a:cubicBezTo>
                    <a:pt x="0" y="3956"/>
                    <a:pt x="2403" y="5842"/>
                    <a:pt x="4326" y="6581"/>
                  </a:cubicBezTo>
                  <a:cubicBezTo>
                    <a:pt x="5739" y="7187"/>
                    <a:pt x="8225" y="9232"/>
                    <a:pt x="9468" y="9232"/>
                  </a:cubicBezTo>
                  <a:cubicBezTo>
                    <a:pt x="9591" y="9232"/>
                    <a:pt x="9701" y="9212"/>
                    <a:pt x="9798" y="9169"/>
                  </a:cubicBezTo>
                  <a:cubicBezTo>
                    <a:pt x="11055" y="8615"/>
                    <a:pt x="10463" y="5065"/>
                    <a:pt x="9982" y="4289"/>
                  </a:cubicBezTo>
                  <a:cubicBezTo>
                    <a:pt x="9169" y="2810"/>
                    <a:pt x="7653" y="0"/>
                    <a:pt x="7653" y="0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4272125" y="703025"/>
              <a:ext cx="17575" cy="52250"/>
            </a:xfrm>
            <a:custGeom>
              <a:rect b="b" l="l" r="r" t="t"/>
              <a:pathLst>
                <a:path extrusionOk="0" h="2090" w="703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85" y="1146"/>
                    <a:pt x="296" y="1849"/>
                  </a:cubicBezTo>
                  <a:cubicBezTo>
                    <a:pt x="335" y="2025"/>
                    <a:pt x="382" y="2090"/>
                    <a:pt x="430" y="2090"/>
                  </a:cubicBezTo>
                  <a:cubicBezTo>
                    <a:pt x="563" y="2090"/>
                    <a:pt x="703" y="1590"/>
                    <a:pt x="703" y="1590"/>
                  </a:cubicBezTo>
                  <a:cubicBezTo>
                    <a:pt x="703" y="1590"/>
                    <a:pt x="518" y="777"/>
                    <a:pt x="0" y="0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4536450" y="741850"/>
              <a:ext cx="25925" cy="59175"/>
            </a:xfrm>
            <a:custGeom>
              <a:rect b="b" l="l" r="r" t="t"/>
              <a:pathLst>
                <a:path extrusionOk="0" h="2367" w="1037">
                  <a:moveTo>
                    <a:pt x="1036" y="0"/>
                  </a:moveTo>
                  <a:lnTo>
                    <a:pt x="1" y="1109"/>
                  </a:lnTo>
                  <a:lnTo>
                    <a:pt x="38" y="2366"/>
                  </a:lnTo>
                  <a:lnTo>
                    <a:pt x="1036" y="1849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4162125" y="704625"/>
              <a:ext cx="402100" cy="230800"/>
            </a:xfrm>
            <a:custGeom>
              <a:rect b="b" l="l" r="r" t="t"/>
              <a:pathLst>
                <a:path extrusionOk="0" h="9232" w="16084">
                  <a:moveTo>
                    <a:pt x="10327" y="1"/>
                  </a:moveTo>
                  <a:cubicBezTo>
                    <a:pt x="10044" y="1"/>
                    <a:pt x="9754" y="73"/>
                    <a:pt x="9539" y="195"/>
                  </a:cubicBezTo>
                  <a:cubicBezTo>
                    <a:pt x="8097" y="1008"/>
                    <a:pt x="3106" y="4003"/>
                    <a:pt x="1147" y="5519"/>
                  </a:cubicBezTo>
                  <a:cubicBezTo>
                    <a:pt x="1" y="6443"/>
                    <a:pt x="75" y="7404"/>
                    <a:pt x="371" y="8107"/>
                  </a:cubicBezTo>
                  <a:cubicBezTo>
                    <a:pt x="592" y="8624"/>
                    <a:pt x="1258" y="9031"/>
                    <a:pt x="2182" y="9105"/>
                  </a:cubicBezTo>
                  <a:cubicBezTo>
                    <a:pt x="2625" y="9176"/>
                    <a:pt x="3150" y="9231"/>
                    <a:pt x="3719" y="9231"/>
                  </a:cubicBezTo>
                  <a:cubicBezTo>
                    <a:pt x="4625" y="9231"/>
                    <a:pt x="5643" y="9093"/>
                    <a:pt x="6619" y="8661"/>
                  </a:cubicBezTo>
                  <a:cubicBezTo>
                    <a:pt x="9280" y="7552"/>
                    <a:pt x="14050" y="4927"/>
                    <a:pt x="15455" y="4040"/>
                  </a:cubicBezTo>
                  <a:cubicBezTo>
                    <a:pt x="16083" y="3670"/>
                    <a:pt x="16009" y="3153"/>
                    <a:pt x="15898" y="2968"/>
                  </a:cubicBezTo>
                  <a:cubicBezTo>
                    <a:pt x="15566" y="2376"/>
                    <a:pt x="14567" y="1785"/>
                    <a:pt x="13828" y="1341"/>
                  </a:cubicBezTo>
                  <a:cubicBezTo>
                    <a:pt x="13125" y="934"/>
                    <a:pt x="11610" y="195"/>
                    <a:pt x="10501" y="10"/>
                  </a:cubicBezTo>
                  <a:cubicBezTo>
                    <a:pt x="10443" y="4"/>
                    <a:pt x="10385" y="1"/>
                    <a:pt x="10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4162125" y="662125"/>
              <a:ext cx="402100" cy="230525"/>
            </a:xfrm>
            <a:custGeom>
              <a:rect b="b" l="l" r="r" t="t"/>
              <a:pathLst>
                <a:path extrusionOk="0" h="9221" w="16084">
                  <a:moveTo>
                    <a:pt x="10327" y="0"/>
                  </a:moveTo>
                  <a:cubicBezTo>
                    <a:pt x="10044" y="0"/>
                    <a:pt x="9754" y="72"/>
                    <a:pt x="9539" y="194"/>
                  </a:cubicBezTo>
                  <a:cubicBezTo>
                    <a:pt x="8097" y="1008"/>
                    <a:pt x="3106" y="3965"/>
                    <a:pt x="1147" y="5518"/>
                  </a:cubicBezTo>
                  <a:cubicBezTo>
                    <a:pt x="1" y="6442"/>
                    <a:pt x="75" y="7404"/>
                    <a:pt x="371" y="8106"/>
                  </a:cubicBezTo>
                  <a:cubicBezTo>
                    <a:pt x="592" y="8587"/>
                    <a:pt x="1258" y="9030"/>
                    <a:pt x="2182" y="9104"/>
                  </a:cubicBezTo>
                  <a:cubicBezTo>
                    <a:pt x="2605" y="9173"/>
                    <a:pt x="3104" y="9221"/>
                    <a:pt x="3645" y="9221"/>
                  </a:cubicBezTo>
                  <a:cubicBezTo>
                    <a:pt x="4569" y="9221"/>
                    <a:pt x="5616" y="9080"/>
                    <a:pt x="6619" y="8661"/>
                  </a:cubicBezTo>
                  <a:cubicBezTo>
                    <a:pt x="9280" y="7552"/>
                    <a:pt x="14050" y="4890"/>
                    <a:pt x="15455" y="4039"/>
                  </a:cubicBezTo>
                  <a:cubicBezTo>
                    <a:pt x="16083" y="3596"/>
                    <a:pt x="16009" y="3152"/>
                    <a:pt x="15898" y="2967"/>
                  </a:cubicBezTo>
                  <a:cubicBezTo>
                    <a:pt x="15566" y="2376"/>
                    <a:pt x="14567" y="1747"/>
                    <a:pt x="13828" y="1341"/>
                  </a:cubicBezTo>
                  <a:cubicBezTo>
                    <a:pt x="13125" y="934"/>
                    <a:pt x="11610" y="194"/>
                    <a:pt x="10501" y="10"/>
                  </a:cubicBezTo>
                  <a:cubicBezTo>
                    <a:pt x="10443" y="3"/>
                    <a:pt x="10385" y="0"/>
                    <a:pt x="103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4176000" y="664025"/>
              <a:ext cx="375275" cy="216500"/>
            </a:xfrm>
            <a:custGeom>
              <a:rect b="b" l="l" r="r" t="t"/>
              <a:pathLst>
                <a:path extrusionOk="0" h="8660" w="15011">
                  <a:moveTo>
                    <a:pt x="9638" y="0"/>
                  </a:moveTo>
                  <a:cubicBezTo>
                    <a:pt x="9369" y="0"/>
                    <a:pt x="9065" y="96"/>
                    <a:pt x="8873" y="192"/>
                  </a:cubicBezTo>
                  <a:cubicBezTo>
                    <a:pt x="7542" y="1006"/>
                    <a:pt x="2736" y="3815"/>
                    <a:pt x="925" y="5257"/>
                  </a:cubicBezTo>
                  <a:cubicBezTo>
                    <a:pt x="222" y="5812"/>
                    <a:pt x="0" y="6403"/>
                    <a:pt x="37" y="6921"/>
                  </a:cubicBezTo>
                  <a:cubicBezTo>
                    <a:pt x="444" y="6921"/>
                    <a:pt x="888" y="6995"/>
                    <a:pt x="1220" y="7180"/>
                  </a:cubicBezTo>
                  <a:cubicBezTo>
                    <a:pt x="1664" y="7476"/>
                    <a:pt x="1812" y="7845"/>
                    <a:pt x="1627" y="8215"/>
                  </a:cubicBezTo>
                  <a:lnTo>
                    <a:pt x="1627" y="8511"/>
                  </a:lnTo>
                  <a:cubicBezTo>
                    <a:pt x="1701" y="8511"/>
                    <a:pt x="1775" y="8585"/>
                    <a:pt x="1849" y="8585"/>
                  </a:cubicBezTo>
                  <a:cubicBezTo>
                    <a:pt x="2231" y="8624"/>
                    <a:pt x="2674" y="8659"/>
                    <a:pt x="3154" y="8659"/>
                  </a:cubicBezTo>
                  <a:cubicBezTo>
                    <a:pt x="4019" y="8659"/>
                    <a:pt x="5001" y="8546"/>
                    <a:pt x="5953" y="8141"/>
                  </a:cubicBezTo>
                  <a:cubicBezTo>
                    <a:pt x="8393" y="7143"/>
                    <a:pt x="13199" y="4407"/>
                    <a:pt x="14567" y="3631"/>
                  </a:cubicBezTo>
                  <a:cubicBezTo>
                    <a:pt x="14974" y="3409"/>
                    <a:pt x="15011" y="3076"/>
                    <a:pt x="14937" y="2928"/>
                  </a:cubicBezTo>
                  <a:cubicBezTo>
                    <a:pt x="14604" y="2374"/>
                    <a:pt x="13495" y="1634"/>
                    <a:pt x="12792" y="1265"/>
                  </a:cubicBezTo>
                  <a:cubicBezTo>
                    <a:pt x="12164" y="895"/>
                    <a:pt x="10722" y="192"/>
                    <a:pt x="9761" y="7"/>
                  </a:cubicBezTo>
                  <a:cubicBezTo>
                    <a:pt x="9721" y="3"/>
                    <a:pt x="9680" y="0"/>
                    <a:pt x="96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4178775" y="842575"/>
              <a:ext cx="39775" cy="33300"/>
            </a:xfrm>
            <a:custGeom>
              <a:rect b="b" l="l" r="r" t="t"/>
              <a:pathLst>
                <a:path extrusionOk="0" h="1332" w="1591">
                  <a:moveTo>
                    <a:pt x="259" y="1"/>
                  </a:moveTo>
                  <a:cubicBezTo>
                    <a:pt x="74" y="1"/>
                    <a:pt x="0" y="38"/>
                    <a:pt x="0" y="38"/>
                  </a:cubicBezTo>
                  <a:cubicBezTo>
                    <a:pt x="37" y="186"/>
                    <a:pt x="74" y="371"/>
                    <a:pt x="111" y="444"/>
                  </a:cubicBezTo>
                  <a:cubicBezTo>
                    <a:pt x="259" y="814"/>
                    <a:pt x="666" y="1147"/>
                    <a:pt x="1294" y="1295"/>
                  </a:cubicBezTo>
                  <a:cubicBezTo>
                    <a:pt x="1331" y="1295"/>
                    <a:pt x="1516" y="1332"/>
                    <a:pt x="1553" y="1332"/>
                  </a:cubicBezTo>
                  <a:lnTo>
                    <a:pt x="1553" y="962"/>
                  </a:lnTo>
                  <a:lnTo>
                    <a:pt x="1553" y="925"/>
                  </a:lnTo>
                  <a:cubicBezTo>
                    <a:pt x="1553" y="888"/>
                    <a:pt x="1590" y="888"/>
                    <a:pt x="1590" y="814"/>
                  </a:cubicBezTo>
                  <a:cubicBezTo>
                    <a:pt x="1405" y="518"/>
                    <a:pt x="1257" y="334"/>
                    <a:pt x="925" y="149"/>
                  </a:cubicBezTo>
                  <a:cubicBezTo>
                    <a:pt x="666" y="38"/>
                    <a:pt x="444" y="1"/>
                    <a:pt x="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4177850" y="835200"/>
              <a:ext cx="41625" cy="27750"/>
            </a:xfrm>
            <a:custGeom>
              <a:rect b="b" l="l" r="r" t="t"/>
              <a:pathLst>
                <a:path extrusionOk="0" h="1110" w="1665">
                  <a:moveTo>
                    <a:pt x="0" y="0"/>
                  </a:moveTo>
                  <a:cubicBezTo>
                    <a:pt x="0" y="111"/>
                    <a:pt x="0" y="185"/>
                    <a:pt x="74" y="296"/>
                  </a:cubicBezTo>
                  <a:cubicBezTo>
                    <a:pt x="74" y="296"/>
                    <a:pt x="148" y="222"/>
                    <a:pt x="333" y="222"/>
                  </a:cubicBezTo>
                  <a:cubicBezTo>
                    <a:pt x="518" y="222"/>
                    <a:pt x="740" y="296"/>
                    <a:pt x="999" y="370"/>
                  </a:cubicBezTo>
                  <a:cubicBezTo>
                    <a:pt x="1368" y="555"/>
                    <a:pt x="1553" y="739"/>
                    <a:pt x="1664" y="1109"/>
                  </a:cubicBezTo>
                  <a:lnTo>
                    <a:pt x="1664" y="1072"/>
                  </a:lnTo>
                  <a:lnTo>
                    <a:pt x="1664" y="961"/>
                  </a:lnTo>
                  <a:lnTo>
                    <a:pt x="1664" y="924"/>
                  </a:lnTo>
                  <a:cubicBezTo>
                    <a:pt x="1653" y="947"/>
                    <a:pt x="1645" y="956"/>
                    <a:pt x="1639" y="956"/>
                  </a:cubicBezTo>
                  <a:cubicBezTo>
                    <a:pt x="1627" y="956"/>
                    <a:pt x="1627" y="913"/>
                    <a:pt x="1627" y="887"/>
                  </a:cubicBezTo>
                  <a:cubicBezTo>
                    <a:pt x="1627" y="850"/>
                    <a:pt x="1627" y="813"/>
                    <a:pt x="1590" y="739"/>
                  </a:cubicBezTo>
                  <a:lnTo>
                    <a:pt x="1590" y="703"/>
                  </a:lnTo>
                  <a:cubicBezTo>
                    <a:pt x="1590" y="666"/>
                    <a:pt x="1553" y="629"/>
                    <a:pt x="1553" y="629"/>
                  </a:cubicBezTo>
                  <a:lnTo>
                    <a:pt x="1553" y="555"/>
                  </a:lnTo>
                  <a:cubicBezTo>
                    <a:pt x="1553" y="518"/>
                    <a:pt x="1479" y="518"/>
                    <a:pt x="1442" y="481"/>
                  </a:cubicBezTo>
                  <a:lnTo>
                    <a:pt x="1368" y="370"/>
                  </a:lnTo>
                  <a:lnTo>
                    <a:pt x="1294" y="370"/>
                  </a:lnTo>
                  <a:cubicBezTo>
                    <a:pt x="1257" y="333"/>
                    <a:pt x="1220" y="333"/>
                    <a:pt x="1183" y="296"/>
                  </a:cubicBezTo>
                  <a:cubicBezTo>
                    <a:pt x="1073" y="222"/>
                    <a:pt x="1036" y="185"/>
                    <a:pt x="925" y="185"/>
                  </a:cubicBezTo>
                  <a:cubicBezTo>
                    <a:pt x="888" y="185"/>
                    <a:pt x="888" y="185"/>
                    <a:pt x="851" y="148"/>
                  </a:cubicBezTo>
                  <a:cubicBezTo>
                    <a:pt x="814" y="148"/>
                    <a:pt x="777" y="111"/>
                    <a:pt x="703" y="111"/>
                  </a:cubicBezTo>
                  <a:cubicBezTo>
                    <a:pt x="666" y="111"/>
                    <a:pt x="629" y="111"/>
                    <a:pt x="555" y="37"/>
                  </a:cubicBezTo>
                  <a:cubicBezTo>
                    <a:pt x="518" y="37"/>
                    <a:pt x="481" y="37"/>
                    <a:pt x="444" y="0"/>
                  </a:cubicBezTo>
                  <a:close/>
                </a:path>
              </a:pathLst>
            </a:custGeom>
            <a:solidFill>
              <a:srgbClr val="3B9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4115925" y="880475"/>
              <a:ext cx="37000" cy="21275"/>
            </a:xfrm>
            <a:custGeom>
              <a:rect b="b" l="l" r="r" t="t"/>
              <a:pathLst>
                <a:path extrusionOk="0" h="851" w="1480">
                  <a:moveTo>
                    <a:pt x="518" y="1"/>
                  </a:moveTo>
                  <a:lnTo>
                    <a:pt x="148" y="222"/>
                  </a:lnTo>
                  <a:lnTo>
                    <a:pt x="0" y="555"/>
                  </a:lnTo>
                  <a:lnTo>
                    <a:pt x="481" y="851"/>
                  </a:lnTo>
                  <a:lnTo>
                    <a:pt x="1109" y="777"/>
                  </a:lnTo>
                  <a:lnTo>
                    <a:pt x="1479" y="555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4128850" y="870300"/>
              <a:ext cx="42550" cy="24075"/>
            </a:xfrm>
            <a:custGeom>
              <a:rect b="b" l="l" r="r" t="t"/>
              <a:pathLst>
                <a:path extrusionOk="0" h="963" w="1702">
                  <a:moveTo>
                    <a:pt x="740" y="1"/>
                  </a:moveTo>
                  <a:lnTo>
                    <a:pt x="1" y="408"/>
                  </a:lnTo>
                  <a:lnTo>
                    <a:pt x="962" y="962"/>
                  </a:lnTo>
                  <a:lnTo>
                    <a:pt x="1702" y="556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4147350" y="841650"/>
              <a:ext cx="69350" cy="42550"/>
            </a:xfrm>
            <a:custGeom>
              <a:rect b="b" l="l" r="r" t="t"/>
              <a:pathLst>
                <a:path extrusionOk="0" h="1702" w="2774">
                  <a:moveTo>
                    <a:pt x="1997" y="1"/>
                  </a:moveTo>
                  <a:lnTo>
                    <a:pt x="0" y="1147"/>
                  </a:lnTo>
                  <a:lnTo>
                    <a:pt x="962" y="1702"/>
                  </a:lnTo>
                  <a:lnTo>
                    <a:pt x="2773" y="666"/>
                  </a:lnTo>
                  <a:cubicBezTo>
                    <a:pt x="2625" y="408"/>
                    <a:pt x="2477" y="223"/>
                    <a:pt x="2182" y="75"/>
                  </a:cubicBezTo>
                  <a:cubicBezTo>
                    <a:pt x="2108" y="38"/>
                    <a:pt x="2034" y="38"/>
                    <a:pt x="1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4221275" y="659250"/>
              <a:ext cx="315200" cy="173700"/>
            </a:xfrm>
            <a:custGeom>
              <a:rect b="b" l="l" r="r" t="t"/>
              <a:pathLst>
                <a:path extrusionOk="0" h="6948" w="12608">
                  <a:moveTo>
                    <a:pt x="7593" y="0"/>
                  </a:moveTo>
                  <a:cubicBezTo>
                    <a:pt x="7368" y="0"/>
                    <a:pt x="7149" y="49"/>
                    <a:pt x="6951" y="162"/>
                  </a:cubicBezTo>
                  <a:cubicBezTo>
                    <a:pt x="6286" y="568"/>
                    <a:pt x="4622" y="1529"/>
                    <a:pt x="2996" y="2565"/>
                  </a:cubicBezTo>
                  <a:cubicBezTo>
                    <a:pt x="2145" y="3119"/>
                    <a:pt x="1406" y="3637"/>
                    <a:pt x="925" y="4006"/>
                  </a:cubicBezTo>
                  <a:cubicBezTo>
                    <a:pt x="1" y="4746"/>
                    <a:pt x="75" y="5522"/>
                    <a:pt x="297" y="6040"/>
                  </a:cubicBezTo>
                  <a:cubicBezTo>
                    <a:pt x="482" y="6447"/>
                    <a:pt x="999" y="6742"/>
                    <a:pt x="1739" y="6853"/>
                  </a:cubicBezTo>
                  <a:cubicBezTo>
                    <a:pt x="2081" y="6908"/>
                    <a:pt x="2478" y="6947"/>
                    <a:pt x="2907" y="6947"/>
                  </a:cubicBezTo>
                  <a:cubicBezTo>
                    <a:pt x="3638" y="6947"/>
                    <a:pt x="4459" y="6833"/>
                    <a:pt x="5251" y="6484"/>
                  </a:cubicBezTo>
                  <a:cubicBezTo>
                    <a:pt x="7395" y="5633"/>
                    <a:pt x="11462" y="3267"/>
                    <a:pt x="12608" y="2602"/>
                  </a:cubicBezTo>
                  <a:cubicBezTo>
                    <a:pt x="12238" y="2158"/>
                    <a:pt x="11277" y="1529"/>
                    <a:pt x="10722" y="1234"/>
                  </a:cubicBezTo>
                  <a:cubicBezTo>
                    <a:pt x="10057" y="864"/>
                    <a:pt x="8763" y="198"/>
                    <a:pt x="7802" y="14"/>
                  </a:cubicBezTo>
                  <a:cubicBezTo>
                    <a:pt x="7732" y="5"/>
                    <a:pt x="7662" y="0"/>
                    <a:pt x="7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4291525" y="680825"/>
              <a:ext cx="195050" cy="114650"/>
            </a:xfrm>
            <a:custGeom>
              <a:rect b="b" l="l" r="r" t="t"/>
              <a:pathLst>
                <a:path extrusionOk="0" h="4586" w="7802">
                  <a:moveTo>
                    <a:pt x="4400" y="1"/>
                  </a:moveTo>
                  <a:lnTo>
                    <a:pt x="481" y="2367"/>
                  </a:lnTo>
                  <a:cubicBezTo>
                    <a:pt x="333" y="2441"/>
                    <a:pt x="149" y="2552"/>
                    <a:pt x="1" y="2663"/>
                  </a:cubicBezTo>
                  <a:lnTo>
                    <a:pt x="3291" y="4585"/>
                  </a:lnTo>
                  <a:cubicBezTo>
                    <a:pt x="3513" y="4437"/>
                    <a:pt x="3735" y="4290"/>
                    <a:pt x="4031" y="4105"/>
                  </a:cubicBezTo>
                  <a:cubicBezTo>
                    <a:pt x="5472" y="3217"/>
                    <a:pt x="6988" y="2293"/>
                    <a:pt x="7802" y="1813"/>
                  </a:cubicBezTo>
                  <a:lnTo>
                    <a:pt x="4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4246250" y="787125"/>
              <a:ext cx="102600" cy="38300"/>
            </a:xfrm>
            <a:custGeom>
              <a:rect b="b" l="l" r="r" t="t"/>
              <a:pathLst>
                <a:path extrusionOk="0" h="1532" w="4104">
                  <a:moveTo>
                    <a:pt x="2144" y="1"/>
                  </a:moveTo>
                  <a:lnTo>
                    <a:pt x="0" y="1184"/>
                  </a:lnTo>
                  <a:cubicBezTo>
                    <a:pt x="259" y="1369"/>
                    <a:pt x="629" y="1516"/>
                    <a:pt x="1035" y="1516"/>
                  </a:cubicBezTo>
                  <a:cubicBezTo>
                    <a:pt x="1251" y="1525"/>
                    <a:pt x="1464" y="1531"/>
                    <a:pt x="1679" y="1531"/>
                  </a:cubicBezTo>
                  <a:cubicBezTo>
                    <a:pt x="2424" y="1531"/>
                    <a:pt x="3186" y="1454"/>
                    <a:pt x="4104" y="1110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4239775" y="776950"/>
              <a:ext cx="50850" cy="34225"/>
            </a:xfrm>
            <a:custGeom>
              <a:rect b="b" l="l" r="r" t="t"/>
              <a:pathLst>
                <a:path extrusionOk="0" h="1369" w="2034">
                  <a:moveTo>
                    <a:pt x="2034" y="1"/>
                  </a:moveTo>
                  <a:lnTo>
                    <a:pt x="0" y="1147"/>
                  </a:lnTo>
                  <a:lnTo>
                    <a:pt x="0" y="1369"/>
                  </a:lnTo>
                  <a:lnTo>
                    <a:pt x="2034" y="223"/>
                  </a:lnTo>
                  <a:lnTo>
                    <a:pt x="20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4230525" y="753850"/>
              <a:ext cx="60100" cy="51800"/>
            </a:xfrm>
            <a:custGeom>
              <a:rect b="b" l="l" r="r" t="t"/>
              <a:pathLst>
                <a:path extrusionOk="0" h="2072" w="2404">
                  <a:moveTo>
                    <a:pt x="814" y="1"/>
                  </a:moveTo>
                  <a:cubicBezTo>
                    <a:pt x="38" y="666"/>
                    <a:pt x="1" y="1332"/>
                    <a:pt x="223" y="1849"/>
                  </a:cubicBezTo>
                  <a:cubicBezTo>
                    <a:pt x="259" y="1923"/>
                    <a:pt x="296" y="2034"/>
                    <a:pt x="370" y="2071"/>
                  </a:cubicBezTo>
                  <a:lnTo>
                    <a:pt x="2404" y="92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4246250" y="781575"/>
              <a:ext cx="102600" cy="38300"/>
            </a:xfrm>
            <a:custGeom>
              <a:rect b="b" l="l" r="r" t="t"/>
              <a:pathLst>
                <a:path extrusionOk="0" h="1532" w="4104">
                  <a:moveTo>
                    <a:pt x="2144" y="1"/>
                  </a:moveTo>
                  <a:lnTo>
                    <a:pt x="0" y="1184"/>
                  </a:lnTo>
                  <a:cubicBezTo>
                    <a:pt x="259" y="1369"/>
                    <a:pt x="629" y="1517"/>
                    <a:pt x="1035" y="1517"/>
                  </a:cubicBezTo>
                  <a:cubicBezTo>
                    <a:pt x="1251" y="1525"/>
                    <a:pt x="1464" y="1531"/>
                    <a:pt x="1679" y="1531"/>
                  </a:cubicBezTo>
                  <a:cubicBezTo>
                    <a:pt x="2424" y="1531"/>
                    <a:pt x="3186" y="1454"/>
                    <a:pt x="4104" y="1110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4244400" y="775100"/>
              <a:ext cx="34225" cy="21300"/>
            </a:xfrm>
            <a:custGeom>
              <a:rect b="b" l="l" r="r" t="t"/>
              <a:pathLst>
                <a:path extrusionOk="0" h="852" w="1369">
                  <a:moveTo>
                    <a:pt x="0" y="1"/>
                  </a:moveTo>
                  <a:lnTo>
                    <a:pt x="74" y="851"/>
                  </a:lnTo>
                  <a:lnTo>
                    <a:pt x="1368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4268425" y="790825"/>
              <a:ext cx="34225" cy="19425"/>
            </a:xfrm>
            <a:custGeom>
              <a:rect b="b" l="l" r="r" t="t"/>
              <a:pathLst>
                <a:path extrusionOk="0" h="777" w="1369">
                  <a:moveTo>
                    <a:pt x="1331" y="0"/>
                  </a:moveTo>
                  <a:lnTo>
                    <a:pt x="0" y="740"/>
                  </a:lnTo>
                  <a:lnTo>
                    <a:pt x="1368" y="777"/>
                  </a:lnTo>
                  <a:lnTo>
                    <a:pt x="1368" y="777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4453275" y="744425"/>
              <a:ext cx="196300" cy="317350"/>
            </a:xfrm>
            <a:custGeom>
              <a:rect b="b" l="l" r="r" t="t"/>
              <a:pathLst>
                <a:path extrusionOk="0" h="12694" w="7852">
                  <a:moveTo>
                    <a:pt x="1314" y="1"/>
                  </a:moveTo>
                  <a:cubicBezTo>
                    <a:pt x="1131" y="1"/>
                    <a:pt x="988" y="92"/>
                    <a:pt x="851" y="230"/>
                  </a:cubicBezTo>
                  <a:cubicBezTo>
                    <a:pt x="1" y="1043"/>
                    <a:pt x="518" y="2522"/>
                    <a:pt x="1369" y="3446"/>
                  </a:cubicBezTo>
                  <a:cubicBezTo>
                    <a:pt x="1775" y="3816"/>
                    <a:pt x="1886" y="5036"/>
                    <a:pt x="2441" y="6330"/>
                  </a:cubicBezTo>
                  <a:cubicBezTo>
                    <a:pt x="1812" y="7069"/>
                    <a:pt x="1258" y="11580"/>
                    <a:pt x="1664" y="12356"/>
                  </a:cubicBezTo>
                  <a:cubicBezTo>
                    <a:pt x="1795" y="12588"/>
                    <a:pt x="2319" y="12693"/>
                    <a:pt x="3008" y="12693"/>
                  </a:cubicBezTo>
                  <a:cubicBezTo>
                    <a:pt x="4844" y="12693"/>
                    <a:pt x="7852" y="11943"/>
                    <a:pt x="7691" y="10840"/>
                  </a:cubicBezTo>
                  <a:cubicBezTo>
                    <a:pt x="7173" y="7476"/>
                    <a:pt x="5768" y="5554"/>
                    <a:pt x="4437" y="3003"/>
                  </a:cubicBezTo>
                  <a:cubicBezTo>
                    <a:pt x="3883" y="1930"/>
                    <a:pt x="3291" y="1561"/>
                    <a:pt x="2773" y="1006"/>
                  </a:cubicBezTo>
                  <a:cubicBezTo>
                    <a:pt x="2053" y="263"/>
                    <a:pt x="1625" y="1"/>
                    <a:pt x="1314" y="1"/>
                  </a:cubicBezTo>
                  <a:close/>
                </a:path>
              </a:pathLst>
            </a:custGeom>
            <a:solidFill>
              <a:srgbClr val="FFC5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4472700" y="746450"/>
              <a:ext cx="50850" cy="49025"/>
            </a:xfrm>
            <a:custGeom>
              <a:rect b="b" l="l" r="r" t="t"/>
              <a:pathLst>
                <a:path extrusionOk="0" h="1961" w="2034">
                  <a:moveTo>
                    <a:pt x="2033" y="925"/>
                  </a:moveTo>
                  <a:lnTo>
                    <a:pt x="2033" y="925"/>
                  </a:lnTo>
                  <a:lnTo>
                    <a:pt x="2033" y="925"/>
                  </a:lnTo>
                  <a:cubicBezTo>
                    <a:pt x="2033" y="925"/>
                    <a:pt x="2033" y="925"/>
                    <a:pt x="2033" y="925"/>
                  </a:cubicBezTo>
                  <a:close/>
                  <a:moveTo>
                    <a:pt x="813" y="1"/>
                  </a:moveTo>
                  <a:cubicBezTo>
                    <a:pt x="813" y="1"/>
                    <a:pt x="0" y="482"/>
                    <a:pt x="296" y="1110"/>
                  </a:cubicBezTo>
                  <a:cubicBezTo>
                    <a:pt x="481" y="1517"/>
                    <a:pt x="887" y="1960"/>
                    <a:pt x="887" y="1960"/>
                  </a:cubicBezTo>
                  <a:lnTo>
                    <a:pt x="2033" y="925"/>
                  </a:lnTo>
                  <a:lnTo>
                    <a:pt x="2033" y="925"/>
                  </a:lnTo>
                  <a:cubicBezTo>
                    <a:pt x="2032" y="926"/>
                    <a:pt x="2031" y="926"/>
                    <a:pt x="2030" y="926"/>
                  </a:cubicBezTo>
                  <a:cubicBezTo>
                    <a:pt x="1967" y="926"/>
                    <a:pt x="1355" y="181"/>
                    <a:pt x="813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4550325" y="1042225"/>
              <a:ext cx="73975" cy="61025"/>
            </a:xfrm>
            <a:custGeom>
              <a:rect b="b" l="l" r="r" t="t"/>
              <a:pathLst>
                <a:path extrusionOk="0" h="2441" w="2959">
                  <a:moveTo>
                    <a:pt x="2958" y="1"/>
                  </a:moveTo>
                  <a:cubicBezTo>
                    <a:pt x="2958" y="1"/>
                    <a:pt x="1627" y="777"/>
                    <a:pt x="1110" y="1294"/>
                  </a:cubicBezTo>
                  <a:cubicBezTo>
                    <a:pt x="592" y="1812"/>
                    <a:pt x="1" y="2441"/>
                    <a:pt x="1" y="2441"/>
                  </a:cubicBezTo>
                  <a:cubicBezTo>
                    <a:pt x="1" y="2441"/>
                    <a:pt x="1258" y="1886"/>
                    <a:pt x="1812" y="1294"/>
                  </a:cubicBezTo>
                  <a:cubicBezTo>
                    <a:pt x="2404" y="703"/>
                    <a:pt x="2958" y="1"/>
                    <a:pt x="2958" y="1"/>
                  </a:cubicBezTo>
                  <a:close/>
                </a:path>
              </a:pathLst>
            </a:custGeom>
            <a:solidFill>
              <a:srgbClr val="F9AF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4069700" y="898425"/>
              <a:ext cx="35150" cy="13500"/>
            </a:xfrm>
            <a:custGeom>
              <a:rect b="b" l="l" r="r" t="t"/>
              <a:pathLst>
                <a:path extrusionOk="0" h="540" w="1406">
                  <a:moveTo>
                    <a:pt x="791" y="1"/>
                  </a:moveTo>
                  <a:cubicBezTo>
                    <a:pt x="300" y="1"/>
                    <a:pt x="1" y="540"/>
                    <a:pt x="1" y="540"/>
                  </a:cubicBezTo>
                  <a:lnTo>
                    <a:pt x="962" y="540"/>
                  </a:lnTo>
                  <a:cubicBezTo>
                    <a:pt x="1406" y="540"/>
                    <a:pt x="1332" y="133"/>
                    <a:pt x="962" y="22"/>
                  </a:cubicBezTo>
                  <a:cubicBezTo>
                    <a:pt x="903" y="7"/>
                    <a:pt x="84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34"/>
          <p:cNvGrpSpPr/>
          <p:nvPr/>
        </p:nvGrpSpPr>
        <p:grpSpPr>
          <a:xfrm>
            <a:off x="910131" y="1587982"/>
            <a:ext cx="269399" cy="256048"/>
            <a:chOff x="1406075" y="3845750"/>
            <a:chExt cx="415675" cy="395075"/>
          </a:xfrm>
        </p:grpSpPr>
        <p:sp>
          <p:nvSpPr>
            <p:cNvPr id="1017" name="Google Shape;1017;p34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20" name="Google Shape;10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301" y="3236900"/>
            <a:ext cx="2302323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34"/>
          <p:cNvSpPr txBox="1"/>
          <p:nvPr/>
        </p:nvSpPr>
        <p:spPr>
          <a:xfrm>
            <a:off x="1399025" y="96400"/>
            <a:ext cx="4260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Data </a:t>
            </a:r>
            <a:endParaRPr/>
          </a:p>
        </p:txBody>
      </p:sp>
      <p:sp>
        <p:nvSpPr>
          <p:cNvPr id="1022" name="Google Shape;1022;p34"/>
          <p:cNvSpPr txBox="1"/>
          <p:nvPr/>
        </p:nvSpPr>
        <p:spPr>
          <a:xfrm>
            <a:off x="715100" y="924650"/>
            <a:ext cx="6236400" cy="3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Partner with hospitals, clinics, insurance companies to gather real life data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Collect lab results, demographics, </a:t>
            </a: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blood sugar levels, BMI, insulin, ketones, family history, diet, lifestyle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Check accuracy and quality of data through cross examination across all platforms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Cleaning measures- check duplicates, ensure format consistency, remove blank rows and columns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Clean before and after extraction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910125" y="3381100"/>
            <a:ext cx="1213200" cy="702000"/>
          </a:xfrm>
          <a:prstGeom prst="can">
            <a:avLst>
              <a:gd fmla="val 250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Hospitals 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910125" y="4257500"/>
            <a:ext cx="1213200" cy="702000"/>
          </a:xfrm>
          <a:prstGeom prst="can">
            <a:avLst>
              <a:gd fmla="val 250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Insurance comp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5" name="Google Shape;1025;p34"/>
          <p:cNvSpPr/>
          <p:nvPr/>
        </p:nvSpPr>
        <p:spPr>
          <a:xfrm>
            <a:off x="2839563" y="3712050"/>
            <a:ext cx="1169100" cy="796200"/>
          </a:xfrm>
          <a:prstGeom prst="can">
            <a:avLst>
              <a:gd fmla="val 250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Clean data :)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6" name="Google Shape;1026;p34"/>
          <p:cNvSpPr/>
          <p:nvPr/>
        </p:nvSpPr>
        <p:spPr>
          <a:xfrm>
            <a:off x="4544425" y="3712050"/>
            <a:ext cx="1169100" cy="796200"/>
          </a:xfrm>
          <a:prstGeom prst="can">
            <a:avLst>
              <a:gd fmla="val 250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Cloud 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Based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warehouse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7" name="Google Shape;1027;p34"/>
          <p:cNvSpPr/>
          <p:nvPr/>
        </p:nvSpPr>
        <p:spPr>
          <a:xfrm>
            <a:off x="6365875" y="3625350"/>
            <a:ext cx="1169100" cy="969600"/>
          </a:xfrm>
          <a:prstGeom prst="foldedCorner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Data analysis &amp;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 Medium"/>
                <a:ea typeface="Assistant Medium"/>
                <a:cs typeface="Assistant Medium"/>
                <a:sym typeface="Assistant Medium"/>
              </a:rPr>
              <a:t>Presentation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8" name="Google Shape;1028;p34"/>
          <p:cNvSpPr/>
          <p:nvPr/>
        </p:nvSpPr>
        <p:spPr>
          <a:xfrm rot="1317731">
            <a:off x="2146778" y="3661827"/>
            <a:ext cx="635303" cy="32088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B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29" name="Google Shape;1029;p34"/>
          <p:cNvSpPr/>
          <p:nvPr/>
        </p:nvSpPr>
        <p:spPr>
          <a:xfrm rot="-1551804">
            <a:off x="2204208" y="4393513"/>
            <a:ext cx="635449" cy="32107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30" name="Google Shape;1030;p34"/>
          <p:cNvSpPr/>
          <p:nvPr/>
        </p:nvSpPr>
        <p:spPr>
          <a:xfrm>
            <a:off x="4093599" y="3982050"/>
            <a:ext cx="388500" cy="25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31" name="Google Shape;1031;p34"/>
          <p:cNvSpPr/>
          <p:nvPr/>
        </p:nvSpPr>
        <p:spPr>
          <a:xfrm>
            <a:off x="5775862" y="4014800"/>
            <a:ext cx="388500" cy="25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1125700" y="3236900"/>
            <a:ext cx="91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Sources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33" name="Google Shape;1033;p34"/>
          <p:cNvSpPr txBox="1"/>
          <p:nvPr/>
        </p:nvSpPr>
        <p:spPr>
          <a:xfrm>
            <a:off x="3067150" y="3604150"/>
            <a:ext cx="91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Staging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4732025" y="3604150"/>
            <a:ext cx="91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storage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5"/>
          <p:cNvSpPr txBox="1"/>
          <p:nvPr>
            <p:ph type="title"/>
          </p:nvPr>
        </p:nvSpPr>
        <p:spPr>
          <a:xfrm>
            <a:off x="720000" y="445025"/>
            <a:ext cx="77040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1"/>
                </a:solidFill>
              </a:rPr>
              <a:t>Indicators used</a:t>
            </a:r>
            <a:endParaRPr/>
          </a:p>
        </p:txBody>
      </p:sp>
      <p:grpSp>
        <p:nvGrpSpPr>
          <p:cNvPr id="1040" name="Google Shape;1040;p35"/>
          <p:cNvGrpSpPr/>
          <p:nvPr/>
        </p:nvGrpSpPr>
        <p:grpSpPr>
          <a:xfrm>
            <a:off x="7876232" y="3730267"/>
            <a:ext cx="371341" cy="464577"/>
            <a:chOff x="1929363" y="2786625"/>
            <a:chExt cx="312550" cy="391025"/>
          </a:xfrm>
        </p:grpSpPr>
        <p:sp>
          <p:nvSpPr>
            <p:cNvPr id="1041" name="Google Shape;1041;p35"/>
            <p:cNvSpPr/>
            <p:nvPr/>
          </p:nvSpPr>
          <p:spPr>
            <a:xfrm>
              <a:off x="2118663" y="3054400"/>
              <a:ext cx="123250" cy="123250"/>
            </a:xfrm>
            <a:custGeom>
              <a:rect b="b" l="l" r="r" t="t"/>
              <a:pathLst>
                <a:path extrusionOk="0" h="4930" w="4930">
                  <a:moveTo>
                    <a:pt x="3188" y="1244"/>
                  </a:moveTo>
                  <a:cubicBezTo>
                    <a:pt x="3306" y="1244"/>
                    <a:pt x="3429" y="1278"/>
                    <a:pt x="3541" y="1345"/>
                  </a:cubicBezTo>
                  <a:cubicBezTo>
                    <a:pt x="3720" y="1524"/>
                    <a:pt x="3720" y="1793"/>
                    <a:pt x="3541" y="2017"/>
                  </a:cubicBezTo>
                  <a:lnTo>
                    <a:pt x="3138" y="2420"/>
                  </a:lnTo>
                  <a:lnTo>
                    <a:pt x="3541" y="2823"/>
                  </a:lnTo>
                  <a:cubicBezTo>
                    <a:pt x="3720" y="3003"/>
                    <a:pt x="3720" y="3272"/>
                    <a:pt x="3541" y="3496"/>
                  </a:cubicBezTo>
                  <a:cubicBezTo>
                    <a:pt x="3451" y="3585"/>
                    <a:pt x="3339" y="3630"/>
                    <a:pt x="3222" y="3630"/>
                  </a:cubicBezTo>
                  <a:cubicBezTo>
                    <a:pt x="3104" y="3630"/>
                    <a:pt x="2981" y="3585"/>
                    <a:pt x="2869" y="3496"/>
                  </a:cubicBezTo>
                  <a:lnTo>
                    <a:pt x="2465" y="3092"/>
                  </a:lnTo>
                  <a:lnTo>
                    <a:pt x="2062" y="3496"/>
                  </a:lnTo>
                  <a:cubicBezTo>
                    <a:pt x="1995" y="3585"/>
                    <a:pt x="1883" y="3630"/>
                    <a:pt x="1760" y="3630"/>
                  </a:cubicBezTo>
                  <a:cubicBezTo>
                    <a:pt x="1636" y="3630"/>
                    <a:pt x="1502" y="3585"/>
                    <a:pt x="1390" y="3496"/>
                  </a:cubicBezTo>
                  <a:cubicBezTo>
                    <a:pt x="1256" y="3316"/>
                    <a:pt x="1256" y="3048"/>
                    <a:pt x="1390" y="2823"/>
                  </a:cubicBezTo>
                  <a:lnTo>
                    <a:pt x="1793" y="2420"/>
                  </a:lnTo>
                  <a:lnTo>
                    <a:pt x="1390" y="2017"/>
                  </a:lnTo>
                  <a:cubicBezTo>
                    <a:pt x="1256" y="1882"/>
                    <a:pt x="1256" y="1569"/>
                    <a:pt x="1390" y="1345"/>
                  </a:cubicBezTo>
                  <a:cubicBezTo>
                    <a:pt x="1480" y="1278"/>
                    <a:pt x="1592" y="1244"/>
                    <a:pt x="1709" y="1244"/>
                  </a:cubicBezTo>
                  <a:cubicBezTo>
                    <a:pt x="1827" y="1244"/>
                    <a:pt x="1950" y="1278"/>
                    <a:pt x="2062" y="1345"/>
                  </a:cubicBezTo>
                  <a:lnTo>
                    <a:pt x="2465" y="1748"/>
                  </a:lnTo>
                  <a:lnTo>
                    <a:pt x="2869" y="1345"/>
                  </a:lnTo>
                  <a:cubicBezTo>
                    <a:pt x="2958" y="1278"/>
                    <a:pt x="3070" y="1244"/>
                    <a:pt x="3188" y="1244"/>
                  </a:cubicBezTo>
                  <a:close/>
                  <a:moveTo>
                    <a:pt x="2465" y="0"/>
                  </a:moveTo>
                  <a:cubicBezTo>
                    <a:pt x="1121" y="0"/>
                    <a:pt x="1" y="1076"/>
                    <a:pt x="1" y="2465"/>
                  </a:cubicBezTo>
                  <a:cubicBezTo>
                    <a:pt x="1" y="3809"/>
                    <a:pt x="1076" y="4930"/>
                    <a:pt x="2465" y="4930"/>
                  </a:cubicBezTo>
                  <a:cubicBezTo>
                    <a:pt x="3855" y="4930"/>
                    <a:pt x="4930" y="3899"/>
                    <a:pt x="4930" y="2465"/>
                  </a:cubicBezTo>
                  <a:cubicBezTo>
                    <a:pt x="4930" y="1076"/>
                    <a:pt x="3810" y="0"/>
                    <a:pt x="2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2035763" y="2786625"/>
              <a:ext cx="80700" cy="97525"/>
            </a:xfrm>
            <a:custGeom>
              <a:rect b="b" l="l" r="r" t="t"/>
              <a:pathLst>
                <a:path extrusionOk="0" h="3901" w="3228">
                  <a:moveTo>
                    <a:pt x="2720" y="1"/>
                  </a:moveTo>
                  <a:cubicBezTo>
                    <a:pt x="2665" y="1"/>
                    <a:pt x="2609" y="15"/>
                    <a:pt x="2555" y="47"/>
                  </a:cubicBezTo>
                  <a:cubicBezTo>
                    <a:pt x="1973" y="181"/>
                    <a:pt x="1569" y="585"/>
                    <a:pt x="1300" y="1033"/>
                  </a:cubicBezTo>
                  <a:cubicBezTo>
                    <a:pt x="584" y="1167"/>
                    <a:pt x="1" y="1705"/>
                    <a:pt x="1" y="2422"/>
                  </a:cubicBezTo>
                  <a:cubicBezTo>
                    <a:pt x="1" y="3228"/>
                    <a:pt x="628" y="3900"/>
                    <a:pt x="1435" y="3900"/>
                  </a:cubicBezTo>
                  <a:cubicBezTo>
                    <a:pt x="2197" y="3900"/>
                    <a:pt x="2869" y="3273"/>
                    <a:pt x="2869" y="2422"/>
                  </a:cubicBezTo>
                  <a:cubicBezTo>
                    <a:pt x="2869" y="1929"/>
                    <a:pt x="2600" y="1481"/>
                    <a:pt x="2241" y="1257"/>
                  </a:cubicBezTo>
                  <a:cubicBezTo>
                    <a:pt x="2421" y="1077"/>
                    <a:pt x="2600" y="943"/>
                    <a:pt x="2824" y="853"/>
                  </a:cubicBezTo>
                  <a:cubicBezTo>
                    <a:pt x="3048" y="809"/>
                    <a:pt x="3227" y="540"/>
                    <a:pt x="3093" y="316"/>
                  </a:cubicBezTo>
                  <a:cubicBezTo>
                    <a:pt x="3059" y="145"/>
                    <a:pt x="2895" y="1"/>
                    <a:pt x="27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1967438" y="3071200"/>
              <a:ext cx="141175" cy="80675"/>
            </a:xfrm>
            <a:custGeom>
              <a:rect b="b" l="l" r="r" t="t"/>
              <a:pathLst>
                <a:path extrusionOk="0" h="3227" w="5647">
                  <a:moveTo>
                    <a:pt x="1" y="1"/>
                  </a:moveTo>
                  <a:lnTo>
                    <a:pt x="404" y="2107"/>
                  </a:lnTo>
                  <a:cubicBezTo>
                    <a:pt x="494" y="2779"/>
                    <a:pt x="1076" y="3227"/>
                    <a:pt x="1748" y="3227"/>
                  </a:cubicBezTo>
                  <a:lnTo>
                    <a:pt x="5512" y="3227"/>
                  </a:lnTo>
                  <a:cubicBezTo>
                    <a:pt x="4974" y="2196"/>
                    <a:pt x="5064" y="1031"/>
                    <a:pt x="5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1953988" y="3000625"/>
              <a:ext cx="235275" cy="48200"/>
            </a:xfrm>
            <a:custGeom>
              <a:rect b="b" l="l" r="r" t="t"/>
              <a:pathLst>
                <a:path extrusionOk="0" h="1928" w="9411">
                  <a:moveTo>
                    <a:pt x="1" y="1"/>
                  </a:moveTo>
                  <a:lnTo>
                    <a:pt x="359" y="1927"/>
                  </a:lnTo>
                  <a:lnTo>
                    <a:pt x="7036" y="1927"/>
                  </a:lnTo>
                  <a:cubicBezTo>
                    <a:pt x="7619" y="1435"/>
                    <a:pt x="8380" y="1210"/>
                    <a:pt x="9187" y="1210"/>
                  </a:cubicBezTo>
                  <a:lnTo>
                    <a:pt x="9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1929363" y="2885250"/>
              <a:ext cx="287925" cy="91050"/>
            </a:xfrm>
            <a:custGeom>
              <a:rect b="b" l="l" r="r" t="t"/>
              <a:pathLst>
                <a:path extrusionOk="0" h="3642" w="11517">
                  <a:moveTo>
                    <a:pt x="3943" y="0"/>
                  </a:moveTo>
                  <a:cubicBezTo>
                    <a:pt x="2420" y="628"/>
                    <a:pt x="1568" y="1748"/>
                    <a:pt x="1568" y="1748"/>
                  </a:cubicBezTo>
                  <a:lnTo>
                    <a:pt x="986" y="1748"/>
                  </a:lnTo>
                  <a:cubicBezTo>
                    <a:pt x="403" y="1748"/>
                    <a:pt x="0" y="2196"/>
                    <a:pt x="0" y="2689"/>
                  </a:cubicBezTo>
                  <a:cubicBezTo>
                    <a:pt x="0" y="3271"/>
                    <a:pt x="448" y="3630"/>
                    <a:pt x="986" y="3630"/>
                  </a:cubicBezTo>
                  <a:lnTo>
                    <a:pt x="10665" y="3630"/>
                  </a:lnTo>
                  <a:cubicBezTo>
                    <a:pt x="10703" y="3638"/>
                    <a:pt x="10742" y="3641"/>
                    <a:pt x="10779" y="3641"/>
                  </a:cubicBezTo>
                  <a:cubicBezTo>
                    <a:pt x="11179" y="3641"/>
                    <a:pt x="11516" y="3221"/>
                    <a:pt x="11516" y="2689"/>
                  </a:cubicBezTo>
                  <a:cubicBezTo>
                    <a:pt x="11516" y="2151"/>
                    <a:pt x="11068" y="1748"/>
                    <a:pt x="10530" y="1748"/>
                  </a:cubicBezTo>
                  <a:lnTo>
                    <a:pt x="9948" y="1748"/>
                  </a:lnTo>
                  <a:cubicBezTo>
                    <a:pt x="9948" y="1748"/>
                    <a:pt x="9096" y="583"/>
                    <a:pt x="7573" y="0"/>
                  </a:cubicBezTo>
                  <a:cubicBezTo>
                    <a:pt x="7102" y="583"/>
                    <a:pt x="6430" y="874"/>
                    <a:pt x="5758" y="874"/>
                  </a:cubicBezTo>
                  <a:cubicBezTo>
                    <a:pt x="5086" y="874"/>
                    <a:pt x="4414" y="583"/>
                    <a:pt x="39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6" name="Google Shape;1046;p35"/>
          <p:cNvGrpSpPr/>
          <p:nvPr/>
        </p:nvGrpSpPr>
        <p:grpSpPr>
          <a:xfrm>
            <a:off x="8702843" y="4066552"/>
            <a:ext cx="303500" cy="465854"/>
            <a:chOff x="2595888" y="2785550"/>
            <a:chExt cx="255450" cy="392100"/>
          </a:xfrm>
        </p:grpSpPr>
        <p:sp>
          <p:nvSpPr>
            <p:cNvPr id="1047" name="Google Shape;1047;p35"/>
            <p:cNvSpPr/>
            <p:nvPr/>
          </p:nvSpPr>
          <p:spPr>
            <a:xfrm>
              <a:off x="2612688" y="2785550"/>
              <a:ext cx="67250" cy="52675"/>
            </a:xfrm>
            <a:custGeom>
              <a:rect b="b" l="l" r="r" t="t"/>
              <a:pathLst>
                <a:path extrusionOk="0" h="2107" w="2690">
                  <a:moveTo>
                    <a:pt x="449" y="0"/>
                  </a:moveTo>
                  <a:cubicBezTo>
                    <a:pt x="180" y="0"/>
                    <a:pt x="1" y="224"/>
                    <a:pt x="1" y="448"/>
                  </a:cubicBezTo>
                  <a:lnTo>
                    <a:pt x="1" y="2106"/>
                  </a:lnTo>
                  <a:lnTo>
                    <a:pt x="2689" y="2106"/>
                  </a:lnTo>
                  <a:lnTo>
                    <a:pt x="26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2703438" y="2785550"/>
              <a:ext cx="67250" cy="51550"/>
            </a:xfrm>
            <a:custGeom>
              <a:rect b="b" l="l" r="r" t="t"/>
              <a:pathLst>
                <a:path extrusionOk="0" h="2062" w="2690">
                  <a:moveTo>
                    <a:pt x="0" y="0"/>
                  </a:moveTo>
                  <a:lnTo>
                    <a:pt x="0" y="2061"/>
                  </a:lnTo>
                  <a:lnTo>
                    <a:pt x="2689" y="2061"/>
                  </a:lnTo>
                  <a:lnTo>
                    <a:pt x="2689" y="448"/>
                  </a:lnTo>
                  <a:cubicBezTo>
                    <a:pt x="2689" y="179"/>
                    <a:pt x="2465" y="0"/>
                    <a:pt x="2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2728088" y="3054400"/>
              <a:ext cx="123250" cy="123250"/>
            </a:xfrm>
            <a:custGeom>
              <a:rect b="b" l="l" r="r" t="t"/>
              <a:pathLst>
                <a:path extrusionOk="0" h="4930" w="4930">
                  <a:moveTo>
                    <a:pt x="3171" y="1244"/>
                  </a:moveTo>
                  <a:cubicBezTo>
                    <a:pt x="3294" y="1244"/>
                    <a:pt x="3428" y="1278"/>
                    <a:pt x="3540" y="1345"/>
                  </a:cubicBezTo>
                  <a:cubicBezTo>
                    <a:pt x="3675" y="1524"/>
                    <a:pt x="3675" y="1793"/>
                    <a:pt x="3540" y="2017"/>
                  </a:cubicBezTo>
                  <a:lnTo>
                    <a:pt x="3137" y="2420"/>
                  </a:lnTo>
                  <a:lnTo>
                    <a:pt x="3540" y="2823"/>
                  </a:lnTo>
                  <a:cubicBezTo>
                    <a:pt x="3675" y="3003"/>
                    <a:pt x="3675" y="3272"/>
                    <a:pt x="3540" y="3496"/>
                  </a:cubicBezTo>
                  <a:cubicBezTo>
                    <a:pt x="3451" y="3585"/>
                    <a:pt x="3339" y="3630"/>
                    <a:pt x="3221" y="3630"/>
                  </a:cubicBezTo>
                  <a:cubicBezTo>
                    <a:pt x="3103" y="3630"/>
                    <a:pt x="2980" y="3585"/>
                    <a:pt x="2868" y="3496"/>
                  </a:cubicBezTo>
                  <a:lnTo>
                    <a:pt x="2465" y="3092"/>
                  </a:lnTo>
                  <a:lnTo>
                    <a:pt x="2061" y="3496"/>
                  </a:lnTo>
                  <a:cubicBezTo>
                    <a:pt x="1972" y="3585"/>
                    <a:pt x="1860" y="3630"/>
                    <a:pt x="1742" y="3630"/>
                  </a:cubicBezTo>
                  <a:cubicBezTo>
                    <a:pt x="1625" y="3630"/>
                    <a:pt x="1501" y="3585"/>
                    <a:pt x="1389" y="3496"/>
                  </a:cubicBezTo>
                  <a:cubicBezTo>
                    <a:pt x="1210" y="3316"/>
                    <a:pt x="1210" y="3048"/>
                    <a:pt x="1389" y="2823"/>
                  </a:cubicBezTo>
                  <a:lnTo>
                    <a:pt x="1793" y="2420"/>
                  </a:lnTo>
                  <a:lnTo>
                    <a:pt x="1389" y="2017"/>
                  </a:lnTo>
                  <a:cubicBezTo>
                    <a:pt x="1210" y="1882"/>
                    <a:pt x="1210" y="1569"/>
                    <a:pt x="1389" y="1345"/>
                  </a:cubicBezTo>
                  <a:cubicBezTo>
                    <a:pt x="1479" y="1278"/>
                    <a:pt x="1591" y="1244"/>
                    <a:pt x="1709" y="1244"/>
                  </a:cubicBezTo>
                  <a:cubicBezTo>
                    <a:pt x="1826" y="1244"/>
                    <a:pt x="1949" y="1278"/>
                    <a:pt x="2061" y="1345"/>
                  </a:cubicBezTo>
                  <a:lnTo>
                    <a:pt x="2465" y="1748"/>
                  </a:lnTo>
                  <a:lnTo>
                    <a:pt x="2868" y="1345"/>
                  </a:lnTo>
                  <a:cubicBezTo>
                    <a:pt x="2935" y="1278"/>
                    <a:pt x="3047" y="1244"/>
                    <a:pt x="3171" y="1244"/>
                  </a:cubicBezTo>
                  <a:close/>
                  <a:moveTo>
                    <a:pt x="2465" y="0"/>
                  </a:moveTo>
                  <a:cubicBezTo>
                    <a:pt x="1120" y="0"/>
                    <a:pt x="0" y="1076"/>
                    <a:pt x="0" y="2465"/>
                  </a:cubicBezTo>
                  <a:cubicBezTo>
                    <a:pt x="0" y="3899"/>
                    <a:pt x="1076" y="4930"/>
                    <a:pt x="2465" y="4930"/>
                  </a:cubicBezTo>
                  <a:cubicBezTo>
                    <a:pt x="3809" y="4930"/>
                    <a:pt x="4929" y="3899"/>
                    <a:pt x="4929" y="2465"/>
                  </a:cubicBezTo>
                  <a:cubicBezTo>
                    <a:pt x="4929" y="1076"/>
                    <a:pt x="3809" y="0"/>
                    <a:pt x="2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2612688" y="2935650"/>
              <a:ext cx="158000" cy="73975"/>
            </a:xfrm>
            <a:custGeom>
              <a:rect b="b" l="l" r="r" t="t"/>
              <a:pathLst>
                <a:path extrusionOk="0" h="2959" w="6320">
                  <a:moveTo>
                    <a:pt x="1" y="1"/>
                  </a:moveTo>
                  <a:lnTo>
                    <a:pt x="1838" y="2958"/>
                  </a:lnTo>
                  <a:lnTo>
                    <a:pt x="63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2595888" y="2950225"/>
              <a:ext cx="193825" cy="199425"/>
            </a:xfrm>
            <a:custGeom>
              <a:rect b="b" l="l" r="r" t="t"/>
              <a:pathLst>
                <a:path extrusionOk="0" h="7977" w="7753">
                  <a:moveTo>
                    <a:pt x="1" y="0"/>
                  </a:moveTo>
                  <a:lnTo>
                    <a:pt x="1" y="7528"/>
                  </a:lnTo>
                  <a:cubicBezTo>
                    <a:pt x="1" y="7842"/>
                    <a:pt x="225" y="7976"/>
                    <a:pt x="449" y="7976"/>
                  </a:cubicBezTo>
                  <a:lnTo>
                    <a:pt x="4706" y="7976"/>
                  </a:lnTo>
                  <a:cubicBezTo>
                    <a:pt x="4482" y="7528"/>
                    <a:pt x="4392" y="7080"/>
                    <a:pt x="4392" y="6542"/>
                  </a:cubicBezTo>
                  <a:cubicBezTo>
                    <a:pt x="4392" y="4750"/>
                    <a:pt x="5871" y="3226"/>
                    <a:pt x="7753" y="3226"/>
                  </a:cubicBezTo>
                  <a:lnTo>
                    <a:pt x="7753" y="45"/>
                  </a:lnTo>
                  <a:lnTo>
                    <a:pt x="2644" y="3451"/>
                  </a:lnTo>
                  <a:cubicBezTo>
                    <a:pt x="2572" y="3508"/>
                    <a:pt x="2495" y="3534"/>
                    <a:pt x="2419" y="3534"/>
                  </a:cubicBezTo>
                  <a:cubicBezTo>
                    <a:pt x="2261" y="3534"/>
                    <a:pt x="2108" y="3423"/>
                    <a:pt x="2017" y="327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2612688" y="2861725"/>
              <a:ext cx="67250" cy="51550"/>
            </a:xfrm>
            <a:custGeom>
              <a:rect b="b" l="l" r="r" t="t"/>
              <a:pathLst>
                <a:path extrusionOk="0" h="2062" w="2690">
                  <a:moveTo>
                    <a:pt x="1" y="0"/>
                  </a:moveTo>
                  <a:lnTo>
                    <a:pt x="1" y="2062"/>
                  </a:lnTo>
                  <a:lnTo>
                    <a:pt x="2689" y="2062"/>
                  </a:lnTo>
                  <a:lnTo>
                    <a:pt x="26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2704563" y="2861725"/>
              <a:ext cx="67225" cy="51550"/>
            </a:xfrm>
            <a:custGeom>
              <a:rect b="b" l="l" r="r" t="t"/>
              <a:pathLst>
                <a:path extrusionOk="0" h="2062" w="2689">
                  <a:moveTo>
                    <a:pt x="0" y="0"/>
                  </a:moveTo>
                  <a:lnTo>
                    <a:pt x="0" y="2062"/>
                  </a:lnTo>
                  <a:lnTo>
                    <a:pt x="2689" y="2062"/>
                  </a:lnTo>
                  <a:lnTo>
                    <a:pt x="26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35"/>
          <p:cNvSpPr txBox="1"/>
          <p:nvPr/>
        </p:nvSpPr>
        <p:spPr>
          <a:xfrm>
            <a:off x="781475" y="1378725"/>
            <a:ext cx="64683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Diasure chart/Indicators:-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Fasting Glucose (mg/dL), OGTT (mg/dL), HbA1c (%), Random Glucose (mg/dL), Symptoms (Y/N), Diagnosis(scale), Gender, Systolic BP (mmHg), Diastolic BP (mm/Hg), BMI, Age, Exercise  Level (scale) , Access to Healthy Food (Y/N/M), Pregnant (Y/N), Age at Onset, Family History (Y/N), Frequent Urination (Y/N), Very Thirsty </a:t>
            </a: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(Y/N), Weight Loss (Y/N), Feeling Exhausted (Y/N), Diabetes Type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As </a:t>
            </a: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recommended</a:t>
            </a: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by CDC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Accurate and Proper Indicators = More accurate diagnosis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rPr lang="en" sz="16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All measured data was randomly created for this project 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3"/>
              </a:rPr>
              <a:t>https://docs.google.com/document/d/1kbnJGsanujm9D2g2GF8YkiKBRyWTIFjtUWASyiXru3A/edit?usp=sharing</a:t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ssistant Medium"/>
              <a:buChar char="-"/>
            </a:pPr>
            <a:r>
              <a:t/>
            </a:r>
            <a:endParaRPr sz="16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6"/>
          <p:cNvSpPr txBox="1"/>
          <p:nvPr>
            <p:ph type="title"/>
          </p:nvPr>
        </p:nvSpPr>
        <p:spPr>
          <a:xfrm>
            <a:off x="720000" y="445025"/>
            <a:ext cx="7704000" cy="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1"/>
                </a:solidFill>
              </a:rPr>
              <a:t>   Data Management &amp; Pipeline </a:t>
            </a:r>
            <a:endParaRPr/>
          </a:p>
        </p:txBody>
      </p:sp>
      <p:grpSp>
        <p:nvGrpSpPr>
          <p:cNvPr id="1060" name="Google Shape;1060;p36"/>
          <p:cNvGrpSpPr/>
          <p:nvPr/>
        </p:nvGrpSpPr>
        <p:grpSpPr>
          <a:xfrm>
            <a:off x="8130750" y="171583"/>
            <a:ext cx="596291" cy="466188"/>
            <a:chOff x="7382663" y="3390475"/>
            <a:chExt cx="492925" cy="385375"/>
          </a:xfrm>
        </p:grpSpPr>
        <p:sp>
          <p:nvSpPr>
            <p:cNvPr id="1061" name="Google Shape;1061;p36"/>
            <p:cNvSpPr/>
            <p:nvPr/>
          </p:nvSpPr>
          <p:spPr>
            <a:xfrm>
              <a:off x="7382663" y="3561875"/>
              <a:ext cx="492925" cy="213975"/>
            </a:xfrm>
            <a:custGeom>
              <a:rect b="b" l="l" r="r" t="t"/>
              <a:pathLst>
                <a:path extrusionOk="0" h="8559" w="19717">
                  <a:moveTo>
                    <a:pt x="1166" y="0"/>
                  </a:moveTo>
                  <a:cubicBezTo>
                    <a:pt x="807" y="0"/>
                    <a:pt x="583" y="269"/>
                    <a:pt x="583" y="538"/>
                  </a:cubicBezTo>
                  <a:lnTo>
                    <a:pt x="583" y="3675"/>
                  </a:lnTo>
                  <a:lnTo>
                    <a:pt x="538" y="3675"/>
                  </a:lnTo>
                  <a:cubicBezTo>
                    <a:pt x="225" y="3675"/>
                    <a:pt x="1" y="3988"/>
                    <a:pt x="1" y="4257"/>
                  </a:cubicBezTo>
                  <a:cubicBezTo>
                    <a:pt x="1" y="4571"/>
                    <a:pt x="269" y="4795"/>
                    <a:pt x="538" y="4795"/>
                  </a:cubicBezTo>
                  <a:lnTo>
                    <a:pt x="583" y="4795"/>
                  </a:lnTo>
                  <a:lnTo>
                    <a:pt x="583" y="7931"/>
                  </a:lnTo>
                  <a:cubicBezTo>
                    <a:pt x="583" y="8290"/>
                    <a:pt x="897" y="8514"/>
                    <a:pt x="1166" y="8514"/>
                  </a:cubicBezTo>
                  <a:lnTo>
                    <a:pt x="2734" y="8514"/>
                  </a:lnTo>
                  <a:cubicBezTo>
                    <a:pt x="2913" y="8514"/>
                    <a:pt x="3048" y="8380"/>
                    <a:pt x="3182" y="8290"/>
                  </a:cubicBezTo>
                  <a:cubicBezTo>
                    <a:pt x="3272" y="8469"/>
                    <a:pt x="3451" y="8514"/>
                    <a:pt x="3630" y="8514"/>
                  </a:cubicBezTo>
                  <a:lnTo>
                    <a:pt x="5199" y="8514"/>
                  </a:lnTo>
                  <a:cubicBezTo>
                    <a:pt x="5512" y="8514"/>
                    <a:pt x="5736" y="8245"/>
                    <a:pt x="5736" y="7931"/>
                  </a:cubicBezTo>
                  <a:lnTo>
                    <a:pt x="5736" y="4884"/>
                  </a:lnTo>
                  <a:lnTo>
                    <a:pt x="13936" y="4884"/>
                  </a:lnTo>
                  <a:lnTo>
                    <a:pt x="13936" y="8021"/>
                  </a:lnTo>
                  <a:cubicBezTo>
                    <a:pt x="13936" y="8335"/>
                    <a:pt x="14205" y="8559"/>
                    <a:pt x="14474" y="8559"/>
                  </a:cubicBezTo>
                  <a:lnTo>
                    <a:pt x="16042" y="8559"/>
                  </a:lnTo>
                  <a:cubicBezTo>
                    <a:pt x="16222" y="8559"/>
                    <a:pt x="16401" y="8469"/>
                    <a:pt x="16491" y="8335"/>
                  </a:cubicBezTo>
                  <a:cubicBezTo>
                    <a:pt x="16625" y="8514"/>
                    <a:pt x="16804" y="8559"/>
                    <a:pt x="16939" y="8559"/>
                  </a:cubicBezTo>
                  <a:lnTo>
                    <a:pt x="18552" y="8559"/>
                  </a:lnTo>
                  <a:cubicBezTo>
                    <a:pt x="18865" y="8559"/>
                    <a:pt x="19089" y="8290"/>
                    <a:pt x="19089" y="8021"/>
                  </a:cubicBezTo>
                  <a:lnTo>
                    <a:pt x="19089" y="4884"/>
                  </a:lnTo>
                  <a:lnTo>
                    <a:pt x="19134" y="4884"/>
                  </a:lnTo>
                  <a:cubicBezTo>
                    <a:pt x="19493" y="4884"/>
                    <a:pt x="19717" y="4571"/>
                    <a:pt x="19717" y="4302"/>
                  </a:cubicBezTo>
                  <a:cubicBezTo>
                    <a:pt x="19717" y="3988"/>
                    <a:pt x="19448" y="3675"/>
                    <a:pt x="19134" y="3675"/>
                  </a:cubicBezTo>
                  <a:lnTo>
                    <a:pt x="19089" y="3675"/>
                  </a:lnTo>
                  <a:lnTo>
                    <a:pt x="19089" y="538"/>
                  </a:lnTo>
                  <a:cubicBezTo>
                    <a:pt x="19089" y="224"/>
                    <a:pt x="18821" y="0"/>
                    <a:pt x="18552" y="0"/>
                  </a:cubicBezTo>
                  <a:lnTo>
                    <a:pt x="16939" y="0"/>
                  </a:lnTo>
                  <a:cubicBezTo>
                    <a:pt x="16804" y="0"/>
                    <a:pt x="16625" y="90"/>
                    <a:pt x="16491" y="224"/>
                  </a:cubicBezTo>
                  <a:cubicBezTo>
                    <a:pt x="16401" y="45"/>
                    <a:pt x="16222" y="0"/>
                    <a:pt x="16042" y="0"/>
                  </a:cubicBezTo>
                  <a:lnTo>
                    <a:pt x="14474" y="0"/>
                  </a:lnTo>
                  <a:cubicBezTo>
                    <a:pt x="14160" y="0"/>
                    <a:pt x="13936" y="269"/>
                    <a:pt x="13936" y="538"/>
                  </a:cubicBezTo>
                  <a:lnTo>
                    <a:pt x="13936" y="3675"/>
                  </a:lnTo>
                  <a:lnTo>
                    <a:pt x="5736" y="3675"/>
                  </a:lnTo>
                  <a:lnTo>
                    <a:pt x="5736" y="538"/>
                  </a:lnTo>
                  <a:cubicBezTo>
                    <a:pt x="5736" y="224"/>
                    <a:pt x="5467" y="0"/>
                    <a:pt x="5199" y="0"/>
                  </a:cubicBezTo>
                  <a:lnTo>
                    <a:pt x="3630" y="0"/>
                  </a:lnTo>
                  <a:cubicBezTo>
                    <a:pt x="3451" y="0"/>
                    <a:pt x="3272" y="90"/>
                    <a:pt x="3182" y="224"/>
                  </a:cubicBezTo>
                  <a:cubicBezTo>
                    <a:pt x="3048" y="45"/>
                    <a:pt x="2913" y="0"/>
                    <a:pt x="27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7550713" y="3390475"/>
              <a:ext cx="153475" cy="192700"/>
            </a:xfrm>
            <a:custGeom>
              <a:rect b="b" l="l" r="r" t="t"/>
              <a:pathLst>
                <a:path extrusionOk="0" h="7708" w="6139">
                  <a:moveTo>
                    <a:pt x="3361" y="4033"/>
                  </a:moveTo>
                  <a:cubicBezTo>
                    <a:pt x="3674" y="4033"/>
                    <a:pt x="3898" y="4347"/>
                    <a:pt x="3898" y="4616"/>
                  </a:cubicBezTo>
                  <a:cubicBezTo>
                    <a:pt x="3898" y="4929"/>
                    <a:pt x="3630" y="5153"/>
                    <a:pt x="3361" y="5153"/>
                  </a:cubicBezTo>
                  <a:lnTo>
                    <a:pt x="2733" y="5153"/>
                  </a:lnTo>
                  <a:cubicBezTo>
                    <a:pt x="2375" y="5153"/>
                    <a:pt x="2196" y="4885"/>
                    <a:pt x="2196" y="4616"/>
                  </a:cubicBezTo>
                  <a:cubicBezTo>
                    <a:pt x="2106" y="4347"/>
                    <a:pt x="2420" y="4033"/>
                    <a:pt x="2733" y="4033"/>
                  </a:cubicBezTo>
                  <a:close/>
                  <a:moveTo>
                    <a:pt x="2465" y="0"/>
                  </a:moveTo>
                  <a:cubicBezTo>
                    <a:pt x="2106" y="0"/>
                    <a:pt x="1882" y="314"/>
                    <a:pt x="1882" y="583"/>
                  </a:cubicBezTo>
                  <a:cubicBezTo>
                    <a:pt x="1882" y="897"/>
                    <a:pt x="2196" y="1121"/>
                    <a:pt x="2465" y="1121"/>
                  </a:cubicBezTo>
                  <a:lnTo>
                    <a:pt x="2509" y="1121"/>
                  </a:lnTo>
                  <a:lnTo>
                    <a:pt x="2509" y="1569"/>
                  </a:lnTo>
                  <a:cubicBezTo>
                    <a:pt x="2106" y="1658"/>
                    <a:pt x="1748" y="1793"/>
                    <a:pt x="1389" y="2017"/>
                  </a:cubicBezTo>
                  <a:lnTo>
                    <a:pt x="1075" y="1703"/>
                  </a:lnTo>
                  <a:cubicBezTo>
                    <a:pt x="963" y="1591"/>
                    <a:pt x="807" y="1535"/>
                    <a:pt x="650" y="1535"/>
                  </a:cubicBezTo>
                  <a:cubicBezTo>
                    <a:pt x="493" y="1535"/>
                    <a:pt x="336" y="1591"/>
                    <a:pt x="224" y="1703"/>
                  </a:cubicBezTo>
                  <a:cubicBezTo>
                    <a:pt x="0" y="1927"/>
                    <a:pt x="0" y="2330"/>
                    <a:pt x="224" y="2554"/>
                  </a:cubicBezTo>
                  <a:lnTo>
                    <a:pt x="538" y="2868"/>
                  </a:lnTo>
                  <a:cubicBezTo>
                    <a:pt x="224" y="3361"/>
                    <a:pt x="45" y="3944"/>
                    <a:pt x="45" y="4616"/>
                  </a:cubicBezTo>
                  <a:cubicBezTo>
                    <a:pt x="0" y="6363"/>
                    <a:pt x="1344" y="7708"/>
                    <a:pt x="3002" y="7708"/>
                  </a:cubicBezTo>
                  <a:cubicBezTo>
                    <a:pt x="4705" y="7708"/>
                    <a:pt x="6094" y="6274"/>
                    <a:pt x="6094" y="4616"/>
                  </a:cubicBezTo>
                  <a:cubicBezTo>
                    <a:pt x="6094" y="3988"/>
                    <a:pt x="5915" y="3361"/>
                    <a:pt x="5601" y="2868"/>
                  </a:cubicBezTo>
                  <a:lnTo>
                    <a:pt x="5915" y="2554"/>
                  </a:lnTo>
                  <a:cubicBezTo>
                    <a:pt x="6139" y="2330"/>
                    <a:pt x="6139" y="1927"/>
                    <a:pt x="5915" y="1703"/>
                  </a:cubicBezTo>
                  <a:cubicBezTo>
                    <a:pt x="5803" y="1591"/>
                    <a:pt x="5657" y="1535"/>
                    <a:pt x="5512" y="1535"/>
                  </a:cubicBezTo>
                  <a:cubicBezTo>
                    <a:pt x="5366" y="1535"/>
                    <a:pt x="5220" y="1591"/>
                    <a:pt x="5108" y="1703"/>
                  </a:cubicBezTo>
                  <a:lnTo>
                    <a:pt x="4750" y="2017"/>
                  </a:lnTo>
                  <a:cubicBezTo>
                    <a:pt x="4436" y="1793"/>
                    <a:pt x="4033" y="1658"/>
                    <a:pt x="3630" y="1569"/>
                  </a:cubicBezTo>
                  <a:lnTo>
                    <a:pt x="3630" y="1121"/>
                  </a:lnTo>
                  <a:lnTo>
                    <a:pt x="3674" y="1121"/>
                  </a:lnTo>
                  <a:cubicBezTo>
                    <a:pt x="4033" y="1121"/>
                    <a:pt x="4257" y="852"/>
                    <a:pt x="4257" y="583"/>
                  </a:cubicBezTo>
                  <a:cubicBezTo>
                    <a:pt x="4257" y="224"/>
                    <a:pt x="3988" y="0"/>
                    <a:pt x="3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36"/>
          <p:cNvGrpSpPr/>
          <p:nvPr/>
        </p:nvGrpSpPr>
        <p:grpSpPr>
          <a:xfrm>
            <a:off x="7969610" y="720033"/>
            <a:ext cx="365232" cy="486004"/>
            <a:chOff x="2565638" y="3988675"/>
            <a:chExt cx="291300" cy="387625"/>
          </a:xfrm>
        </p:grpSpPr>
        <p:sp>
          <p:nvSpPr>
            <p:cNvPr id="1064" name="Google Shape;1064;p36"/>
            <p:cNvSpPr/>
            <p:nvPr/>
          </p:nvSpPr>
          <p:spPr>
            <a:xfrm>
              <a:off x="2663113" y="4190325"/>
              <a:ext cx="95250" cy="57150"/>
            </a:xfrm>
            <a:custGeom>
              <a:rect b="b" l="l" r="r" t="t"/>
              <a:pathLst>
                <a:path extrusionOk="0" h="2286" w="3810">
                  <a:moveTo>
                    <a:pt x="0" y="0"/>
                  </a:moveTo>
                  <a:lnTo>
                    <a:pt x="0" y="404"/>
                  </a:lnTo>
                  <a:lnTo>
                    <a:pt x="1927" y="2286"/>
                  </a:lnTo>
                  <a:lnTo>
                    <a:pt x="3809" y="404"/>
                  </a:lnTo>
                  <a:lnTo>
                    <a:pt x="3809" y="0"/>
                  </a:lnTo>
                  <a:cubicBezTo>
                    <a:pt x="3227" y="359"/>
                    <a:pt x="2577" y="538"/>
                    <a:pt x="1922" y="538"/>
                  </a:cubicBezTo>
                  <a:cubicBezTo>
                    <a:pt x="1266" y="538"/>
                    <a:pt x="605" y="35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6"/>
            <p:cNvSpPr/>
            <p:nvPr/>
          </p:nvSpPr>
          <p:spPr>
            <a:xfrm>
              <a:off x="2565638" y="4210475"/>
              <a:ext cx="133350" cy="165825"/>
            </a:xfrm>
            <a:custGeom>
              <a:rect b="b" l="l" r="r" t="t"/>
              <a:pathLst>
                <a:path extrusionOk="0" h="6633" w="5334">
                  <a:moveTo>
                    <a:pt x="2689" y="2779"/>
                  </a:moveTo>
                  <a:cubicBezTo>
                    <a:pt x="2913" y="2779"/>
                    <a:pt x="3182" y="2958"/>
                    <a:pt x="3182" y="3227"/>
                  </a:cubicBezTo>
                  <a:lnTo>
                    <a:pt x="3182" y="3496"/>
                  </a:lnTo>
                  <a:lnTo>
                    <a:pt x="3451" y="3496"/>
                  </a:lnTo>
                  <a:cubicBezTo>
                    <a:pt x="3675" y="3496"/>
                    <a:pt x="3899" y="3720"/>
                    <a:pt x="3899" y="3944"/>
                  </a:cubicBezTo>
                  <a:cubicBezTo>
                    <a:pt x="3899" y="4168"/>
                    <a:pt x="3675" y="4392"/>
                    <a:pt x="3451" y="4392"/>
                  </a:cubicBezTo>
                  <a:lnTo>
                    <a:pt x="3182" y="4392"/>
                  </a:lnTo>
                  <a:lnTo>
                    <a:pt x="3182" y="4706"/>
                  </a:lnTo>
                  <a:cubicBezTo>
                    <a:pt x="3182" y="4930"/>
                    <a:pt x="2958" y="5154"/>
                    <a:pt x="2734" y="5154"/>
                  </a:cubicBezTo>
                  <a:cubicBezTo>
                    <a:pt x="2510" y="5154"/>
                    <a:pt x="2286" y="4930"/>
                    <a:pt x="2286" y="4706"/>
                  </a:cubicBezTo>
                  <a:lnTo>
                    <a:pt x="2286" y="4392"/>
                  </a:lnTo>
                  <a:lnTo>
                    <a:pt x="1972" y="4392"/>
                  </a:lnTo>
                  <a:cubicBezTo>
                    <a:pt x="1748" y="4392"/>
                    <a:pt x="1524" y="4168"/>
                    <a:pt x="1524" y="3944"/>
                  </a:cubicBezTo>
                  <a:cubicBezTo>
                    <a:pt x="1524" y="3720"/>
                    <a:pt x="1748" y="3496"/>
                    <a:pt x="1972" y="3496"/>
                  </a:cubicBezTo>
                  <a:lnTo>
                    <a:pt x="2241" y="3496"/>
                  </a:lnTo>
                  <a:lnTo>
                    <a:pt x="2241" y="3227"/>
                  </a:lnTo>
                  <a:cubicBezTo>
                    <a:pt x="2241" y="3003"/>
                    <a:pt x="2465" y="2779"/>
                    <a:pt x="2689" y="2779"/>
                  </a:cubicBezTo>
                  <a:close/>
                  <a:moveTo>
                    <a:pt x="2958" y="1"/>
                  </a:moveTo>
                  <a:lnTo>
                    <a:pt x="1300" y="359"/>
                  </a:lnTo>
                  <a:cubicBezTo>
                    <a:pt x="539" y="539"/>
                    <a:pt x="1" y="1211"/>
                    <a:pt x="1" y="2017"/>
                  </a:cubicBezTo>
                  <a:lnTo>
                    <a:pt x="1" y="6185"/>
                  </a:lnTo>
                  <a:cubicBezTo>
                    <a:pt x="1" y="6409"/>
                    <a:pt x="225" y="6633"/>
                    <a:pt x="449" y="6633"/>
                  </a:cubicBezTo>
                  <a:lnTo>
                    <a:pt x="5333" y="6633"/>
                  </a:lnTo>
                  <a:lnTo>
                    <a:pt x="5333" y="2331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2645188" y="3988675"/>
              <a:ext cx="168050" cy="68350"/>
            </a:xfrm>
            <a:custGeom>
              <a:rect b="b" l="l" r="r" t="t"/>
              <a:pathLst>
                <a:path extrusionOk="0" h="2734" w="6722">
                  <a:moveTo>
                    <a:pt x="1972" y="1"/>
                  </a:moveTo>
                  <a:cubicBezTo>
                    <a:pt x="897" y="1"/>
                    <a:pt x="0" y="897"/>
                    <a:pt x="0" y="1972"/>
                  </a:cubicBezTo>
                  <a:lnTo>
                    <a:pt x="0" y="2734"/>
                  </a:lnTo>
                  <a:lnTo>
                    <a:pt x="5243" y="2734"/>
                  </a:lnTo>
                  <a:cubicBezTo>
                    <a:pt x="6094" y="2689"/>
                    <a:pt x="6722" y="2017"/>
                    <a:pt x="6722" y="1255"/>
                  </a:cubicBezTo>
                  <a:lnTo>
                    <a:pt x="6722" y="449"/>
                  </a:lnTo>
                  <a:cubicBezTo>
                    <a:pt x="6722" y="225"/>
                    <a:pt x="6498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2645188" y="4078300"/>
              <a:ext cx="132200" cy="104200"/>
            </a:xfrm>
            <a:custGeom>
              <a:rect b="b" l="l" r="r" t="t"/>
              <a:pathLst>
                <a:path extrusionOk="0" h="4168" w="5288">
                  <a:moveTo>
                    <a:pt x="0" y="0"/>
                  </a:moveTo>
                  <a:lnTo>
                    <a:pt x="0" y="1524"/>
                  </a:lnTo>
                  <a:cubicBezTo>
                    <a:pt x="0" y="2958"/>
                    <a:pt x="1165" y="4168"/>
                    <a:pt x="2644" y="4168"/>
                  </a:cubicBezTo>
                  <a:cubicBezTo>
                    <a:pt x="4078" y="4168"/>
                    <a:pt x="5288" y="2958"/>
                    <a:pt x="5288" y="1524"/>
                  </a:cubicBezTo>
                  <a:lnTo>
                    <a:pt x="5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2723613" y="4208250"/>
              <a:ext cx="133325" cy="166925"/>
            </a:xfrm>
            <a:custGeom>
              <a:rect b="b" l="l" r="r" t="t"/>
              <a:pathLst>
                <a:path extrusionOk="0" h="6677" w="5333">
                  <a:moveTo>
                    <a:pt x="3361" y="3585"/>
                  </a:moveTo>
                  <a:cubicBezTo>
                    <a:pt x="3585" y="3585"/>
                    <a:pt x="3809" y="3809"/>
                    <a:pt x="3809" y="4033"/>
                  </a:cubicBezTo>
                  <a:cubicBezTo>
                    <a:pt x="3809" y="4257"/>
                    <a:pt x="3585" y="4481"/>
                    <a:pt x="3361" y="4481"/>
                  </a:cubicBezTo>
                  <a:lnTo>
                    <a:pt x="1927" y="4481"/>
                  </a:lnTo>
                  <a:cubicBezTo>
                    <a:pt x="1703" y="4481"/>
                    <a:pt x="1479" y="4257"/>
                    <a:pt x="1479" y="4033"/>
                  </a:cubicBezTo>
                  <a:cubicBezTo>
                    <a:pt x="1479" y="3809"/>
                    <a:pt x="1703" y="3585"/>
                    <a:pt x="1927" y="3585"/>
                  </a:cubicBezTo>
                  <a:close/>
                  <a:moveTo>
                    <a:pt x="2375" y="0"/>
                  </a:moveTo>
                  <a:lnTo>
                    <a:pt x="0" y="2375"/>
                  </a:lnTo>
                  <a:lnTo>
                    <a:pt x="0" y="6677"/>
                  </a:lnTo>
                  <a:lnTo>
                    <a:pt x="4884" y="6677"/>
                  </a:lnTo>
                  <a:cubicBezTo>
                    <a:pt x="5108" y="6677"/>
                    <a:pt x="5332" y="6453"/>
                    <a:pt x="5332" y="6229"/>
                  </a:cubicBezTo>
                  <a:lnTo>
                    <a:pt x="5332" y="2017"/>
                  </a:lnTo>
                  <a:cubicBezTo>
                    <a:pt x="5243" y="1300"/>
                    <a:pt x="4750" y="628"/>
                    <a:pt x="4033" y="448"/>
                  </a:cubicBez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9" name="Google Shape;1069;p36"/>
          <p:cNvSpPr/>
          <p:nvPr/>
        </p:nvSpPr>
        <p:spPr>
          <a:xfrm>
            <a:off x="7690223" y="253825"/>
            <a:ext cx="440534" cy="466196"/>
          </a:xfrm>
          <a:custGeom>
            <a:rect b="b" l="l" r="r" t="t"/>
            <a:pathLst>
              <a:path extrusionOk="0" h="15460" w="14609">
                <a:moveTo>
                  <a:pt x="12413" y="6767"/>
                </a:moveTo>
                <a:cubicBezTo>
                  <a:pt x="12637" y="6767"/>
                  <a:pt x="12861" y="6991"/>
                  <a:pt x="12861" y="7260"/>
                </a:cubicBezTo>
                <a:cubicBezTo>
                  <a:pt x="12861" y="7484"/>
                  <a:pt x="12682" y="7708"/>
                  <a:pt x="12413" y="7708"/>
                </a:cubicBezTo>
                <a:cubicBezTo>
                  <a:pt x="12189" y="7708"/>
                  <a:pt x="11965" y="7484"/>
                  <a:pt x="11965" y="7260"/>
                </a:cubicBezTo>
                <a:cubicBezTo>
                  <a:pt x="11965" y="6991"/>
                  <a:pt x="12189" y="6767"/>
                  <a:pt x="12413" y="6767"/>
                </a:cubicBezTo>
                <a:close/>
                <a:moveTo>
                  <a:pt x="2600" y="0"/>
                </a:moveTo>
                <a:cubicBezTo>
                  <a:pt x="2376" y="0"/>
                  <a:pt x="2152" y="224"/>
                  <a:pt x="2152" y="448"/>
                </a:cubicBezTo>
                <a:lnTo>
                  <a:pt x="2152" y="538"/>
                </a:lnTo>
                <a:lnTo>
                  <a:pt x="1390" y="538"/>
                </a:lnTo>
                <a:cubicBezTo>
                  <a:pt x="583" y="538"/>
                  <a:pt x="1" y="1121"/>
                  <a:pt x="1" y="1927"/>
                </a:cubicBezTo>
                <a:lnTo>
                  <a:pt x="1" y="3899"/>
                </a:lnTo>
                <a:cubicBezTo>
                  <a:pt x="1" y="5512"/>
                  <a:pt x="807" y="6946"/>
                  <a:pt x="2107" y="7752"/>
                </a:cubicBezTo>
                <a:cubicBezTo>
                  <a:pt x="2107" y="8156"/>
                  <a:pt x="2331" y="8469"/>
                  <a:pt x="2734" y="8649"/>
                </a:cubicBezTo>
                <a:cubicBezTo>
                  <a:pt x="3003" y="8738"/>
                  <a:pt x="3272" y="8828"/>
                  <a:pt x="3586" y="8873"/>
                </a:cubicBezTo>
                <a:lnTo>
                  <a:pt x="3586" y="9410"/>
                </a:lnTo>
                <a:cubicBezTo>
                  <a:pt x="3586" y="9814"/>
                  <a:pt x="3810" y="10083"/>
                  <a:pt x="4079" y="10262"/>
                </a:cubicBezTo>
                <a:lnTo>
                  <a:pt x="4079" y="11382"/>
                </a:lnTo>
                <a:cubicBezTo>
                  <a:pt x="4079" y="13622"/>
                  <a:pt x="5916" y="15460"/>
                  <a:pt x="8156" y="15460"/>
                </a:cubicBezTo>
                <a:lnTo>
                  <a:pt x="8649" y="15460"/>
                </a:lnTo>
                <a:cubicBezTo>
                  <a:pt x="10890" y="15460"/>
                  <a:pt x="12772" y="13622"/>
                  <a:pt x="12772" y="11382"/>
                </a:cubicBezTo>
                <a:lnTo>
                  <a:pt x="12772" y="9321"/>
                </a:lnTo>
                <a:cubicBezTo>
                  <a:pt x="13713" y="9097"/>
                  <a:pt x="14429" y="8245"/>
                  <a:pt x="14429" y="7170"/>
                </a:cubicBezTo>
                <a:cubicBezTo>
                  <a:pt x="14609" y="6005"/>
                  <a:pt x="13623" y="5064"/>
                  <a:pt x="12413" y="5064"/>
                </a:cubicBezTo>
                <a:cubicBezTo>
                  <a:pt x="11248" y="5064"/>
                  <a:pt x="10307" y="6005"/>
                  <a:pt x="10307" y="7170"/>
                </a:cubicBezTo>
                <a:cubicBezTo>
                  <a:pt x="10307" y="8201"/>
                  <a:pt x="11024" y="9097"/>
                  <a:pt x="11965" y="9321"/>
                </a:cubicBezTo>
                <a:lnTo>
                  <a:pt x="11965" y="11382"/>
                </a:lnTo>
                <a:cubicBezTo>
                  <a:pt x="11965" y="13130"/>
                  <a:pt x="10576" y="14563"/>
                  <a:pt x="8783" y="14563"/>
                </a:cubicBezTo>
                <a:lnTo>
                  <a:pt x="8291" y="14563"/>
                </a:lnTo>
                <a:cubicBezTo>
                  <a:pt x="6543" y="14563"/>
                  <a:pt x="5109" y="13174"/>
                  <a:pt x="5109" y="11382"/>
                </a:cubicBezTo>
                <a:lnTo>
                  <a:pt x="5109" y="10262"/>
                </a:lnTo>
                <a:cubicBezTo>
                  <a:pt x="5378" y="10083"/>
                  <a:pt x="5602" y="9769"/>
                  <a:pt x="5602" y="9410"/>
                </a:cubicBezTo>
                <a:lnTo>
                  <a:pt x="5602" y="8873"/>
                </a:lnTo>
                <a:cubicBezTo>
                  <a:pt x="5871" y="8828"/>
                  <a:pt x="6140" y="8738"/>
                  <a:pt x="6453" y="8649"/>
                </a:cubicBezTo>
                <a:cubicBezTo>
                  <a:pt x="6812" y="8469"/>
                  <a:pt x="7036" y="8156"/>
                  <a:pt x="7036" y="7752"/>
                </a:cubicBezTo>
                <a:cubicBezTo>
                  <a:pt x="8335" y="6946"/>
                  <a:pt x="9187" y="5512"/>
                  <a:pt x="9187" y="3899"/>
                </a:cubicBezTo>
                <a:lnTo>
                  <a:pt x="9187" y="1927"/>
                </a:lnTo>
                <a:cubicBezTo>
                  <a:pt x="9187" y="1121"/>
                  <a:pt x="8559" y="538"/>
                  <a:pt x="7798" y="538"/>
                </a:cubicBezTo>
                <a:lnTo>
                  <a:pt x="6991" y="538"/>
                </a:lnTo>
                <a:lnTo>
                  <a:pt x="6991" y="448"/>
                </a:lnTo>
                <a:cubicBezTo>
                  <a:pt x="6991" y="224"/>
                  <a:pt x="6767" y="0"/>
                  <a:pt x="6543" y="0"/>
                </a:cubicBezTo>
                <a:cubicBezTo>
                  <a:pt x="6319" y="0"/>
                  <a:pt x="6095" y="224"/>
                  <a:pt x="6095" y="448"/>
                </a:cubicBezTo>
                <a:lnTo>
                  <a:pt x="6095" y="1434"/>
                </a:lnTo>
                <a:cubicBezTo>
                  <a:pt x="6095" y="1658"/>
                  <a:pt x="6319" y="1882"/>
                  <a:pt x="6543" y="1882"/>
                </a:cubicBezTo>
                <a:cubicBezTo>
                  <a:pt x="6767" y="1882"/>
                  <a:pt x="6991" y="1658"/>
                  <a:pt x="6991" y="1434"/>
                </a:cubicBezTo>
                <a:lnTo>
                  <a:pt x="6991" y="1345"/>
                </a:lnTo>
                <a:lnTo>
                  <a:pt x="7798" y="1345"/>
                </a:lnTo>
                <a:cubicBezTo>
                  <a:pt x="8067" y="1345"/>
                  <a:pt x="8291" y="1569"/>
                  <a:pt x="8291" y="1882"/>
                </a:cubicBezTo>
                <a:lnTo>
                  <a:pt x="8291" y="3809"/>
                </a:lnTo>
                <a:cubicBezTo>
                  <a:pt x="8291" y="5109"/>
                  <a:pt x="7618" y="6229"/>
                  <a:pt x="6588" y="6901"/>
                </a:cubicBezTo>
                <a:cubicBezTo>
                  <a:pt x="6425" y="6793"/>
                  <a:pt x="6229" y="6733"/>
                  <a:pt x="6041" y="6733"/>
                </a:cubicBezTo>
                <a:cubicBezTo>
                  <a:pt x="5918" y="6733"/>
                  <a:pt x="5798" y="6758"/>
                  <a:pt x="5692" y="6811"/>
                </a:cubicBezTo>
                <a:cubicBezTo>
                  <a:pt x="5333" y="6946"/>
                  <a:pt x="4963" y="7013"/>
                  <a:pt x="4588" y="7013"/>
                </a:cubicBezTo>
                <a:cubicBezTo>
                  <a:pt x="4213" y="7013"/>
                  <a:pt x="3832" y="6946"/>
                  <a:pt x="3451" y="6811"/>
                </a:cubicBezTo>
                <a:cubicBezTo>
                  <a:pt x="3327" y="6758"/>
                  <a:pt x="3197" y="6733"/>
                  <a:pt x="3070" y="6733"/>
                </a:cubicBezTo>
                <a:cubicBezTo>
                  <a:pt x="2876" y="6733"/>
                  <a:pt x="2691" y="6793"/>
                  <a:pt x="2555" y="6901"/>
                </a:cubicBezTo>
                <a:cubicBezTo>
                  <a:pt x="1569" y="6229"/>
                  <a:pt x="897" y="5109"/>
                  <a:pt x="897" y="3809"/>
                </a:cubicBezTo>
                <a:lnTo>
                  <a:pt x="897" y="1882"/>
                </a:lnTo>
                <a:cubicBezTo>
                  <a:pt x="897" y="1569"/>
                  <a:pt x="1121" y="1345"/>
                  <a:pt x="1390" y="1345"/>
                </a:cubicBezTo>
                <a:lnTo>
                  <a:pt x="2152" y="1345"/>
                </a:lnTo>
                <a:lnTo>
                  <a:pt x="2152" y="1434"/>
                </a:lnTo>
                <a:cubicBezTo>
                  <a:pt x="2152" y="1658"/>
                  <a:pt x="2376" y="1882"/>
                  <a:pt x="2600" y="1882"/>
                </a:cubicBezTo>
                <a:cubicBezTo>
                  <a:pt x="2824" y="1882"/>
                  <a:pt x="3048" y="1658"/>
                  <a:pt x="3048" y="1434"/>
                </a:cubicBezTo>
                <a:lnTo>
                  <a:pt x="3048" y="448"/>
                </a:lnTo>
                <a:cubicBezTo>
                  <a:pt x="3048" y="224"/>
                  <a:pt x="2824" y="0"/>
                  <a:pt x="26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6"/>
          <p:cNvSpPr txBox="1"/>
          <p:nvPr/>
        </p:nvSpPr>
        <p:spPr>
          <a:xfrm>
            <a:off x="995800" y="1571475"/>
            <a:ext cx="70347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ssistant"/>
              <a:buChar char="●"/>
            </a:pPr>
            <a:r>
              <a:rPr b="1" lang="en" sz="1600">
                <a:latin typeface="Assistant"/>
                <a:ea typeface="Assistant"/>
                <a:cs typeface="Assistant"/>
                <a:sym typeface="Assistant"/>
              </a:rPr>
              <a:t>Data Gathering (Extract)</a:t>
            </a:r>
            <a:endParaRPr b="1" sz="1600">
              <a:latin typeface="Assistant"/>
              <a:ea typeface="Assistant"/>
              <a:cs typeface="Assistant"/>
              <a:sym typeface="Assistan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Source: Patient survey (via Diasure platform)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Collected: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Age, sex, gender, state, family history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Glucose, BMI 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Lifestyle: activity, diet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Purpose: Self-check diabetes type using online diagnostic chart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1075;p37"/>
          <p:cNvGrpSpPr/>
          <p:nvPr/>
        </p:nvGrpSpPr>
        <p:grpSpPr>
          <a:xfrm>
            <a:off x="1341931" y="3067007"/>
            <a:ext cx="269399" cy="256048"/>
            <a:chOff x="1406075" y="3845750"/>
            <a:chExt cx="415675" cy="395075"/>
          </a:xfrm>
        </p:grpSpPr>
        <p:sp>
          <p:nvSpPr>
            <p:cNvPr id="1076" name="Google Shape;1076;p3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9" name="Google Shape;1079;p37"/>
          <p:cNvGrpSpPr/>
          <p:nvPr/>
        </p:nvGrpSpPr>
        <p:grpSpPr>
          <a:xfrm>
            <a:off x="3096106" y="1008757"/>
            <a:ext cx="269399" cy="256048"/>
            <a:chOff x="1406075" y="3845750"/>
            <a:chExt cx="415675" cy="395075"/>
          </a:xfrm>
        </p:grpSpPr>
        <p:sp>
          <p:nvSpPr>
            <p:cNvPr id="1080" name="Google Shape;1080;p37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3" name="Google Shape;1083;p37"/>
          <p:cNvPicPr preferRelativeResize="0"/>
          <p:nvPr/>
        </p:nvPicPr>
        <p:blipFill rotWithShape="1">
          <a:blip r:embed="rId3">
            <a:alphaModFix/>
          </a:blip>
          <a:srcRect b="0" l="0" r="61532" t="61366"/>
          <a:stretch/>
        </p:blipFill>
        <p:spPr>
          <a:xfrm>
            <a:off x="715100" y="4318405"/>
            <a:ext cx="472150" cy="4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37"/>
          <p:cNvSpPr txBox="1"/>
          <p:nvPr/>
        </p:nvSpPr>
        <p:spPr>
          <a:xfrm>
            <a:off x="2009900" y="201750"/>
            <a:ext cx="48423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Cont.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85" name="Google Shape;1085;p37"/>
          <p:cNvSpPr txBox="1"/>
          <p:nvPr/>
        </p:nvSpPr>
        <p:spPr>
          <a:xfrm>
            <a:off x="777275" y="881500"/>
            <a:ext cx="80463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Data Cleaning &amp; Processing (Transform)</a:t>
            </a:r>
            <a:endParaRPr b="1" sz="11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ssistant Medium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ETL Flow (in R):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Extract: Shiny form input from CSV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Transform: Clean via dplyr, tidyr</a:t>
            </a:r>
            <a:endParaRPr sz="1600">
              <a:solidFill>
                <a:srgbClr val="188038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Load: In R environment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Steps: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Drop nulls &amp; duplicates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Standardize units/symptoms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Validate via diagnostic chart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●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Checks: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At entry &amp; before prediction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Detect outliers, ensure completeness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 Medium"/>
              <a:buChar char="○"/>
            </a:pP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Queries </a:t>
            </a: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through</a:t>
            </a:r>
            <a:r>
              <a:rPr lang="en" sz="1600">
                <a:latin typeface="Assistant Medium"/>
                <a:ea typeface="Assistant Medium"/>
                <a:cs typeface="Assistant Medium"/>
                <a:sym typeface="Assistant Medium"/>
              </a:rPr>
              <a:t> SQL</a:t>
            </a:r>
            <a:endParaRPr sz="16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8"/>
          <p:cNvSpPr txBox="1"/>
          <p:nvPr>
            <p:ph type="title"/>
          </p:nvPr>
        </p:nvSpPr>
        <p:spPr>
          <a:xfrm>
            <a:off x="715100" y="719705"/>
            <a:ext cx="402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Conclusions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91" name="Google Shape;1091;p38"/>
          <p:cNvSpPr txBox="1"/>
          <p:nvPr>
            <p:ph idx="1" type="subTitle"/>
          </p:nvPr>
        </p:nvSpPr>
        <p:spPr>
          <a:xfrm>
            <a:off x="287450" y="1148000"/>
            <a:ext cx="5187900" cy="3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Type 2 Diabetics was the most common type across all states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Age groups 20-39 had the highest prevalence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Age group 60+ have lowest prevalence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Georgia, Illinois and California has the most number of misdiagnosed diabetics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New York, Michigan, Illinois, and Georgia had the highest </a:t>
            </a:r>
            <a:r>
              <a:rPr lang="en" sz="1600"/>
              <a:t>prevalence</a:t>
            </a:r>
            <a:r>
              <a:rPr lang="en" sz="1600"/>
              <a:t> </a:t>
            </a:r>
            <a:endParaRPr sz="1600"/>
          </a:p>
        </p:txBody>
      </p:sp>
      <p:pic>
        <p:nvPicPr>
          <p:cNvPr id="1092" name="Google Shape;10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313" y="335332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3" name="Google Shape;1093;p38"/>
          <p:cNvGrpSpPr/>
          <p:nvPr/>
        </p:nvGrpSpPr>
        <p:grpSpPr>
          <a:xfrm>
            <a:off x="939106" y="278957"/>
            <a:ext cx="269399" cy="256048"/>
            <a:chOff x="1406075" y="3845750"/>
            <a:chExt cx="415675" cy="395075"/>
          </a:xfrm>
        </p:grpSpPr>
        <p:sp>
          <p:nvSpPr>
            <p:cNvPr id="1094" name="Google Shape;1094;p3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38"/>
          <p:cNvGrpSpPr/>
          <p:nvPr/>
        </p:nvGrpSpPr>
        <p:grpSpPr>
          <a:xfrm>
            <a:off x="5852481" y="3009657"/>
            <a:ext cx="269399" cy="256048"/>
            <a:chOff x="1406075" y="3845750"/>
            <a:chExt cx="415675" cy="395075"/>
          </a:xfrm>
        </p:grpSpPr>
        <p:sp>
          <p:nvSpPr>
            <p:cNvPr id="1098" name="Google Shape;1098;p38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01" name="Google Shape;11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963" y="38300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863" y="37020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3" name="Google Shape;1103;p38"/>
          <p:cNvGrpSpPr/>
          <p:nvPr/>
        </p:nvGrpSpPr>
        <p:grpSpPr>
          <a:xfrm>
            <a:off x="6722944" y="1292407"/>
            <a:ext cx="1164817" cy="2317732"/>
            <a:chOff x="2459625" y="2078325"/>
            <a:chExt cx="371600" cy="739450"/>
          </a:xfrm>
        </p:grpSpPr>
        <p:sp>
          <p:nvSpPr>
            <p:cNvPr id="1104" name="Google Shape;1104;p38"/>
            <p:cNvSpPr/>
            <p:nvPr/>
          </p:nvSpPr>
          <p:spPr>
            <a:xfrm>
              <a:off x="2459625" y="2619025"/>
              <a:ext cx="371600" cy="198750"/>
            </a:xfrm>
            <a:custGeom>
              <a:rect b="b" l="l" r="r" t="t"/>
              <a:pathLst>
                <a:path extrusionOk="0" h="7950" w="14864">
                  <a:moveTo>
                    <a:pt x="7432" y="1"/>
                  </a:moveTo>
                  <a:cubicBezTo>
                    <a:pt x="3328" y="1"/>
                    <a:pt x="1" y="1812"/>
                    <a:pt x="1" y="3993"/>
                  </a:cubicBezTo>
                  <a:cubicBezTo>
                    <a:pt x="1" y="6175"/>
                    <a:pt x="3328" y="7949"/>
                    <a:pt x="7432" y="7949"/>
                  </a:cubicBezTo>
                  <a:cubicBezTo>
                    <a:pt x="11536" y="7949"/>
                    <a:pt x="14863" y="6138"/>
                    <a:pt x="14863" y="3993"/>
                  </a:cubicBezTo>
                  <a:cubicBezTo>
                    <a:pt x="14863" y="1775"/>
                    <a:pt x="11536" y="1"/>
                    <a:pt x="74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8"/>
            <p:cNvSpPr/>
            <p:nvPr/>
          </p:nvSpPr>
          <p:spPr>
            <a:xfrm>
              <a:off x="2491975" y="2321400"/>
              <a:ext cx="302275" cy="468650"/>
            </a:xfrm>
            <a:custGeom>
              <a:rect b="b" l="l" r="r" t="t"/>
              <a:pathLst>
                <a:path extrusionOk="0" h="18746" w="12091">
                  <a:moveTo>
                    <a:pt x="1" y="1"/>
                  </a:moveTo>
                  <a:lnTo>
                    <a:pt x="1" y="15529"/>
                  </a:lnTo>
                  <a:cubicBezTo>
                    <a:pt x="1" y="17340"/>
                    <a:pt x="2700" y="18745"/>
                    <a:pt x="6027" y="18745"/>
                  </a:cubicBezTo>
                  <a:cubicBezTo>
                    <a:pt x="9428" y="18745"/>
                    <a:pt x="12090" y="17340"/>
                    <a:pt x="12090" y="15529"/>
                  </a:cubicBezTo>
                  <a:lnTo>
                    <a:pt x="12090" y="1"/>
                  </a:lnTo>
                  <a:cubicBezTo>
                    <a:pt x="12090" y="1739"/>
                    <a:pt x="9354" y="3217"/>
                    <a:pt x="6027" y="3217"/>
                  </a:cubicBezTo>
                  <a:cubicBezTo>
                    <a:pt x="2663" y="3217"/>
                    <a:pt x="1" y="181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8"/>
            <p:cNvSpPr/>
            <p:nvPr/>
          </p:nvSpPr>
          <p:spPr>
            <a:xfrm>
              <a:off x="2491975" y="2240075"/>
              <a:ext cx="302275" cy="161775"/>
            </a:xfrm>
            <a:custGeom>
              <a:rect b="b" l="l" r="r" t="t"/>
              <a:pathLst>
                <a:path extrusionOk="0" h="6471" w="12091">
                  <a:moveTo>
                    <a:pt x="6027" y="1"/>
                  </a:moveTo>
                  <a:cubicBezTo>
                    <a:pt x="2774" y="1"/>
                    <a:pt x="75" y="1405"/>
                    <a:pt x="1" y="3143"/>
                  </a:cubicBezTo>
                  <a:lnTo>
                    <a:pt x="1" y="3254"/>
                  </a:lnTo>
                  <a:cubicBezTo>
                    <a:pt x="1" y="5066"/>
                    <a:pt x="2700" y="6470"/>
                    <a:pt x="6027" y="6470"/>
                  </a:cubicBezTo>
                  <a:cubicBezTo>
                    <a:pt x="9428" y="6470"/>
                    <a:pt x="12090" y="5066"/>
                    <a:pt x="12090" y="3254"/>
                  </a:cubicBezTo>
                  <a:lnTo>
                    <a:pt x="12090" y="3143"/>
                  </a:lnTo>
                  <a:cubicBezTo>
                    <a:pt x="12016" y="1405"/>
                    <a:pt x="9317" y="1"/>
                    <a:pt x="60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8"/>
            <p:cNvSpPr/>
            <p:nvPr/>
          </p:nvSpPr>
          <p:spPr>
            <a:xfrm>
              <a:off x="2545600" y="2201250"/>
              <a:ext cx="194100" cy="102625"/>
            </a:xfrm>
            <a:custGeom>
              <a:rect b="b" l="l" r="r" t="t"/>
              <a:pathLst>
                <a:path extrusionOk="0" h="4105" w="7764">
                  <a:moveTo>
                    <a:pt x="3882" y="1"/>
                  </a:moveTo>
                  <a:cubicBezTo>
                    <a:pt x="1775" y="1"/>
                    <a:pt x="74" y="888"/>
                    <a:pt x="0" y="1997"/>
                  </a:cubicBezTo>
                  <a:lnTo>
                    <a:pt x="0" y="2034"/>
                  </a:lnTo>
                  <a:cubicBezTo>
                    <a:pt x="0" y="3180"/>
                    <a:pt x="1775" y="4105"/>
                    <a:pt x="3882" y="4105"/>
                  </a:cubicBezTo>
                  <a:cubicBezTo>
                    <a:pt x="6063" y="4105"/>
                    <a:pt x="7764" y="3180"/>
                    <a:pt x="7764" y="2034"/>
                  </a:cubicBezTo>
                  <a:lnTo>
                    <a:pt x="7764" y="1997"/>
                  </a:lnTo>
                  <a:cubicBezTo>
                    <a:pt x="7727" y="888"/>
                    <a:pt x="6026" y="1"/>
                    <a:pt x="3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8"/>
            <p:cNvSpPr/>
            <p:nvPr/>
          </p:nvSpPr>
          <p:spPr>
            <a:xfrm>
              <a:off x="2491975" y="2441575"/>
              <a:ext cx="302275" cy="222775"/>
            </a:xfrm>
            <a:custGeom>
              <a:rect b="b" l="l" r="r" t="t"/>
              <a:pathLst>
                <a:path extrusionOk="0" h="8911" w="12091">
                  <a:moveTo>
                    <a:pt x="1" y="0"/>
                  </a:moveTo>
                  <a:lnTo>
                    <a:pt x="1" y="5694"/>
                  </a:lnTo>
                  <a:cubicBezTo>
                    <a:pt x="1" y="7468"/>
                    <a:pt x="2700" y="8910"/>
                    <a:pt x="6027" y="8910"/>
                  </a:cubicBezTo>
                  <a:cubicBezTo>
                    <a:pt x="9428" y="8910"/>
                    <a:pt x="12090" y="7468"/>
                    <a:pt x="12090" y="5694"/>
                  </a:cubicBezTo>
                  <a:lnTo>
                    <a:pt x="12090" y="0"/>
                  </a:lnTo>
                  <a:cubicBezTo>
                    <a:pt x="12090" y="1738"/>
                    <a:pt x="9354" y="3217"/>
                    <a:pt x="6027" y="3217"/>
                  </a:cubicBezTo>
                  <a:cubicBezTo>
                    <a:pt x="2663" y="3217"/>
                    <a:pt x="1" y="1812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8"/>
            <p:cNvSpPr/>
            <p:nvPr/>
          </p:nvSpPr>
          <p:spPr>
            <a:xfrm>
              <a:off x="2742450" y="2154125"/>
              <a:ext cx="34225" cy="115550"/>
            </a:xfrm>
            <a:custGeom>
              <a:rect b="b" l="l" r="r" t="t"/>
              <a:pathLst>
                <a:path extrusionOk="0" h="4622" w="1369">
                  <a:moveTo>
                    <a:pt x="1" y="0"/>
                  </a:moveTo>
                  <a:lnTo>
                    <a:pt x="1" y="4622"/>
                  </a:lnTo>
                  <a:cubicBezTo>
                    <a:pt x="851" y="4104"/>
                    <a:pt x="1369" y="3402"/>
                    <a:pt x="1369" y="2662"/>
                  </a:cubicBezTo>
                  <a:lnTo>
                    <a:pt x="1369" y="2588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8"/>
            <p:cNvSpPr/>
            <p:nvPr/>
          </p:nvSpPr>
          <p:spPr>
            <a:xfrm>
              <a:off x="2683300" y="2152275"/>
              <a:ext cx="59175" cy="136825"/>
            </a:xfrm>
            <a:custGeom>
              <a:rect b="b" l="l" r="r" t="t"/>
              <a:pathLst>
                <a:path extrusionOk="0" h="5473" w="2367">
                  <a:moveTo>
                    <a:pt x="1" y="0"/>
                  </a:moveTo>
                  <a:lnTo>
                    <a:pt x="1" y="5472"/>
                  </a:lnTo>
                  <a:cubicBezTo>
                    <a:pt x="925" y="5324"/>
                    <a:pt x="1775" y="4991"/>
                    <a:pt x="2367" y="4622"/>
                  </a:cubicBezTo>
                  <a:lnTo>
                    <a:pt x="2367" y="0"/>
                  </a:lnTo>
                  <a:lnTo>
                    <a:pt x="186" y="0"/>
                  </a:lnTo>
                  <a:lnTo>
                    <a:pt x="186" y="74"/>
                  </a:lnTo>
                  <a:cubicBezTo>
                    <a:pt x="149" y="74"/>
                    <a:pt x="38" y="74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8"/>
            <p:cNvSpPr/>
            <p:nvPr/>
          </p:nvSpPr>
          <p:spPr>
            <a:xfrm>
              <a:off x="2548350" y="2152275"/>
              <a:ext cx="18525" cy="127575"/>
            </a:xfrm>
            <a:custGeom>
              <a:rect b="b" l="l" r="r" t="t"/>
              <a:pathLst>
                <a:path extrusionOk="0" h="5103" w="741">
                  <a:moveTo>
                    <a:pt x="1" y="0"/>
                  </a:moveTo>
                  <a:lnTo>
                    <a:pt x="1" y="74"/>
                  </a:lnTo>
                  <a:lnTo>
                    <a:pt x="1" y="4770"/>
                  </a:lnTo>
                  <a:cubicBezTo>
                    <a:pt x="223" y="4917"/>
                    <a:pt x="445" y="4991"/>
                    <a:pt x="740" y="5102"/>
                  </a:cubicBez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8"/>
            <p:cNvSpPr/>
            <p:nvPr/>
          </p:nvSpPr>
          <p:spPr>
            <a:xfrm>
              <a:off x="2507700" y="2154125"/>
              <a:ext cx="17575" cy="102625"/>
            </a:xfrm>
            <a:custGeom>
              <a:rect b="b" l="l" r="r" t="t"/>
              <a:pathLst>
                <a:path extrusionOk="0" h="4105" w="703">
                  <a:moveTo>
                    <a:pt x="0" y="0"/>
                  </a:moveTo>
                  <a:lnTo>
                    <a:pt x="0" y="2588"/>
                  </a:lnTo>
                  <a:lnTo>
                    <a:pt x="0" y="2662"/>
                  </a:lnTo>
                  <a:cubicBezTo>
                    <a:pt x="0" y="3180"/>
                    <a:pt x="296" y="3697"/>
                    <a:pt x="703" y="4104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8"/>
            <p:cNvSpPr/>
            <p:nvPr/>
          </p:nvSpPr>
          <p:spPr>
            <a:xfrm>
              <a:off x="2618600" y="2149500"/>
              <a:ext cx="64725" cy="143275"/>
            </a:xfrm>
            <a:custGeom>
              <a:rect b="b" l="l" r="r" t="t"/>
              <a:pathLst>
                <a:path extrusionOk="0" h="5731" w="2589">
                  <a:moveTo>
                    <a:pt x="962" y="0"/>
                  </a:moveTo>
                  <a:cubicBezTo>
                    <a:pt x="666" y="0"/>
                    <a:pt x="333" y="0"/>
                    <a:pt x="1" y="37"/>
                  </a:cubicBezTo>
                  <a:lnTo>
                    <a:pt x="1" y="5657"/>
                  </a:lnTo>
                  <a:cubicBezTo>
                    <a:pt x="333" y="5731"/>
                    <a:pt x="666" y="5731"/>
                    <a:pt x="962" y="5731"/>
                  </a:cubicBezTo>
                  <a:cubicBezTo>
                    <a:pt x="1517" y="5731"/>
                    <a:pt x="2071" y="5657"/>
                    <a:pt x="2589" y="5583"/>
                  </a:cubicBezTo>
                  <a:lnTo>
                    <a:pt x="2589" y="111"/>
                  </a:lnTo>
                  <a:cubicBezTo>
                    <a:pt x="2071" y="74"/>
                    <a:pt x="1517" y="0"/>
                    <a:pt x="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8"/>
            <p:cNvSpPr/>
            <p:nvPr/>
          </p:nvSpPr>
          <p:spPr>
            <a:xfrm>
              <a:off x="2526175" y="2154125"/>
              <a:ext cx="22200" cy="117400"/>
            </a:xfrm>
            <a:custGeom>
              <a:rect b="b" l="l" r="r" t="t"/>
              <a:pathLst>
                <a:path extrusionOk="0" h="4696" w="888">
                  <a:moveTo>
                    <a:pt x="1" y="0"/>
                  </a:moveTo>
                  <a:lnTo>
                    <a:pt x="1" y="4104"/>
                  </a:lnTo>
                  <a:cubicBezTo>
                    <a:pt x="223" y="4326"/>
                    <a:pt x="555" y="4511"/>
                    <a:pt x="888" y="4696"/>
                  </a:cubicBezTo>
                  <a:lnTo>
                    <a:pt x="8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8"/>
            <p:cNvSpPr/>
            <p:nvPr/>
          </p:nvSpPr>
          <p:spPr>
            <a:xfrm>
              <a:off x="2566850" y="2151350"/>
              <a:ext cx="51775" cy="141425"/>
            </a:xfrm>
            <a:custGeom>
              <a:rect b="b" l="l" r="r" t="t"/>
              <a:pathLst>
                <a:path extrusionOk="0" h="5657" w="2071">
                  <a:moveTo>
                    <a:pt x="2071" y="0"/>
                  </a:moveTo>
                  <a:cubicBezTo>
                    <a:pt x="1812" y="0"/>
                    <a:pt x="1516" y="37"/>
                    <a:pt x="1257" y="111"/>
                  </a:cubicBezTo>
                  <a:lnTo>
                    <a:pt x="0" y="111"/>
                  </a:lnTo>
                  <a:lnTo>
                    <a:pt x="0" y="5176"/>
                  </a:lnTo>
                  <a:cubicBezTo>
                    <a:pt x="592" y="5398"/>
                    <a:pt x="1331" y="5546"/>
                    <a:pt x="2071" y="5657"/>
                  </a:cubicBezTo>
                  <a:lnTo>
                    <a:pt x="20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8"/>
            <p:cNvSpPr/>
            <p:nvPr/>
          </p:nvSpPr>
          <p:spPr>
            <a:xfrm>
              <a:off x="2508625" y="2078325"/>
              <a:ext cx="270825" cy="143300"/>
            </a:xfrm>
            <a:custGeom>
              <a:rect b="b" l="l" r="r" t="t"/>
              <a:pathLst>
                <a:path extrusionOk="0" h="5732" w="10833">
                  <a:moveTo>
                    <a:pt x="5361" y="1"/>
                  </a:moveTo>
                  <a:cubicBezTo>
                    <a:pt x="2477" y="1"/>
                    <a:pt x="111" y="1258"/>
                    <a:pt x="0" y="2773"/>
                  </a:cubicBezTo>
                  <a:lnTo>
                    <a:pt x="0" y="2884"/>
                  </a:lnTo>
                  <a:cubicBezTo>
                    <a:pt x="0" y="4437"/>
                    <a:pt x="2403" y="5731"/>
                    <a:pt x="5435" y="5731"/>
                  </a:cubicBezTo>
                  <a:cubicBezTo>
                    <a:pt x="8393" y="5731"/>
                    <a:pt x="10833" y="4437"/>
                    <a:pt x="10833" y="2884"/>
                  </a:cubicBezTo>
                  <a:cubicBezTo>
                    <a:pt x="10722" y="2847"/>
                    <a:pt x="10722" y="2773"/>
                    <a:pt x="10722" y="2773"/>
                  </a:cubicBezTo>
                  <a:cubicBezTo>
                    <a:pt x="10648" y="1258"/>
                    <a:pt x="8282" y="1"/>
                    <a:pt x="53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2577025" y="2108825"/>
              <a:ext cx="134025" cy="41625"/>
            </a:xfrm>
            <a:custGeom>
              <a:rect b="b" l="l" r="r" t="t"/>
              <a:pathLst>
                <a:path extrusionOk="0" h="1665" w="5361">
                  <a:moveTo>
                    <a:pt x="2699" y="1"/>
                  </a:moveTo>
                  <a:cubicBezTo>
                    <a:pt x="1220" y="1"/>
                    <a:pt x="37" y="592"/>
                    <a:pt x="0" y="1369"/>
                  </a:cubicBezTo>
                  <a:lnTo>
                    <a:pt x="0" y="1443"/>
                  </a:lnTo>
                  <a:lnTo>
                    <a:pt x="0" y="1627"/>
                  </a:lnTo>
                  <a:cubicBezTo>
                    <a:pt x="148" y="925"/>
                    <a:pt x="1257" y="370"/>
                    <a:pt x="2625" y="370"/>
                  </a:cubicBezTo>
                  <a:cubicBezTo>
                    <a:pt x="4030" y="370"/>
                    <a:pt x="5176" y="925"/>
                    <a:pt x="5324" y="1664"/>
                  </a:cubicBezTo>
                  <a:cubicBezTo>
                    <a:pt x="5324" y="1553"/>
                    <a:pt x="5361" y="1517"/>
                    <a:pt x="5361" y="1443"/>
                  </a:cubicBezTo>
                  <a:lnTo>
                    <a:pt x="5361" y="1369"/>
                  </a:lnTo>
                  <a:cubicBezTo>
                    <a:pt x="5324" y="592"/>
                    <a:pt x="4104" y="1"/>
                    <a:pt x="26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2576100" y="2118075"/>
              <a:ext cx="133100" cy="61950"/>
            </a:xfrm>
            <a:custGeom>
              <a:rect b="b" l="l" r="r" t="t"/>
              <a:pathLst>
                <a:path extrusionOk="0" h="2478" w="5324">
                  <a:moveTo>
                    <a:pt x="2625" y="0"/>
                  </a:moveTo>
                  <a:cubicBezTo>
                    <a:pt x="1257" y="0"/>
                    <a:pt x="148" y="555"/>
                    <a:pt x="0" y="1220"/>
                  </a:cubicBezTo>
                  <a:cubicBezTo>
                    <a:pt x="185" y="1997"/>
                    <a:pt x="1294" y="2477"/>
                    <a:pt x="2662" y="2477"/>
                  </a:cubicBezTo>
                  <a:cubicBezTo>
                    <a:pt x="4030" y="2477"/>
                    <a:pt x="5139" y="1997"/>
                    <a:pt x="5324" y="1294"/>
                  </a:cubicBezTo>
                  <a:cubicBezTo>
                    <a:pt x="5176" y="555"/>
                    <a:pt x="4067" y="0"/>
                    <a:pt x="26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8"/>
            <p:cNvSpPr/>
            <p:nvPr/>
          </p:nvSpPr>
          <p:spPr>
            <a:xfrm>
              <a:off x="2502150" y="2511800"/>
              <a:ext cx="10200" cy="61050"/>
            </a:xfrm>
            <a:custGeom>
              <a:rect b="b" l="l" r="r" t="t"/>
              <a:pathLst>
                <a:path extrusionOk="0" h="2442" w="408">
                  <a:moveTo>
                    <a:pt x="0" y="1"/>
                  </a:moveTo>
                  <a:lnTo>
                    <a:pt x="0" y="2071"/>
                  </a:lnTo>
                  <a:cubicBezTo>
                    <a:pt x="185" y="2219"/>
                    <a:pt x="222" y="2330"/>
                    <a:pt x="407" y="2441"/>
                  </a:cubicBezTo>
                  <a:lnTo>
                    <a:pt x="407" y="371"/>
                  </a:lnTo>
                  <a:cubicBezTo>
                    <a:pt x="222" y="223"/>
                    <a:pt x="148" y="14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8"/>
            <p:cNvSpPr/>
            <p:nvPr/>
          </p:nvSpPr>
          <p:spPr>
            <a:xfrm>
              <a:off x="2524325" y="2530300"/>
              <a:ext cx="38850" cy="73975"/>
            </a:xfrm>
            <a:custGeom>
              <a:rect b="b" l="l" r="r" t="t"/>
              <a:pathLst>
                <a:path extrusionOk="0" h="2959" w="1554">
                  <a:moveTo>
                    <a:pt x="1" y="0"/>
                  </a:moveTo>
                  <a:cubicBezTo>
                    <a:pt x="1" y="851"/>
                    <a:pt x="1" y="1257"/>
                    <a:pt x="38" y="2071"/>
                  </a:cubicBezTo>
                  <a:cubicBezTo>
                    <a:pt x="186" y="2182"/>
                    <a:pt x="260" y="2256"/>
                    <a:pt x="444" y="2366"/>
                  </a:cubicBezTo>
                  <a:lnTo>
                    <a:pt x="444" y="1627"/>
                  </a:lnTo>
                  <a:cubicBezTo>
                    <a:pt x="444" y="1405"/>
                    <a:pt x="407" y="1073"/>
                    <a:pt x="407" y="851"/>
                  </a:cubicBezTo>
                  <a:lnTo>
                    <a:pt x="407" y="851"/>
                  </a:lnTo>
                  <a:cubicBezTo>
                    <a:pt x="444" y="1073"/>
                    <a:pt x="481" y="1146"/>
                    <a:pt x="592" y="1405"/>
                  </a:cubicBezTo>
                  <a:cubicBezTo>
                    <a:pt x="777" y="1960"/>
                    <a:pt x="851" y="2219"/>
                    <a:pt x="1110" y="2736"/>
                  </a:cubicBezTo>
                  <a:lnTo>
                    <a:pt x="1554" y="2958"/>
                  </a:lnTo>
                  <a:lnTo>
                    <a:pt x="1554" y="888"/>
                  </a:lnTo>
                  <a:cubicBezTo>
                    <a:pt x="1369" y="851"/>
                    <a:pt x="1295" y="777"/>
                    <a:pt x="1110" y="703"/>
                  </a:cubicBezTo>
                  <a:lnTo>
                    <a:pt x="1110" y="1442"/>
                  </a:lnTo>
                  <a:cubicBezTo>
                    <a:pt x="1110" y="1664"/>
                    <a:pt x="1147" y="1997"/>
                    <a:pt x="1147" y="2219"/>
                  </a:cubicBezTo>
                  <a:cubicBezTo>
                    <a:pt x="1110" y="1997"/>
                    <a:pt x="1036" y="1886"/>
                    <a:pt x="962" y="1664"/>
                  </a:cubicBezTo>
                  <a:cubicBezTo>
                    <a:pt x="777" y="1146"/>
                    <a:pt x="629" y="888"/>
                    <a:pt x="444" y="333"/>
                  </a:cubicBezTo>
                  <a:cubicBezTo>
                    <a:pt x="260" y="185"/>
                    <a:pt x="186" y="148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2575175" y="2560425"/>
              <a:ext cx="39750" cy="55000"/>
            </a:xfrm>
            <a:custGeom>
              <a:rect b="b" l="l" r="r" t="t"/>
              <a:pathLst>
                <a:path extrusionOk="0" h="2200" w="1590">
                  <a:moveTo>
                    <a:pt x="519" y="1"/>
                  </a:moveTo>
                  <a:cubicBezTo>
                    <a:pt x="230" y="1"/>
                    <a:pt x="37" y="169"/>
                    <a:pt x="37" y="422"/>
                  </a:cubicBezTo>
                  <a:cubicBezTo>
                    <a:pt x="37" y="681"/>
                    <a:pt x="222" y="977"/>
                    <a:pt x="444" y="1125"/>
                  </a:cubicBezTo>
                  <a:cubicBezTo>
                    <a:pt x="555" y="1198"/>
                    <a:pt x="629" y="1198"/>
                    <a:pt x="740" y="1309"/>
                  </a:cubicBezTo>
                  <a:cubicBezTo>
                    <a:pt x="924" y="1420"/>
                    <a:pt x="1035" y="1494"/>
                    <a:pt x="1035" y="1605"/>
                  </a:cubicBezTo>
                  <a:cubicBezTo>
                    <a:pt x="1035" y="1718"/>
                    <a:pt x="971" y="1766"/>
                    <a:pt x="858" y="1766"/>
                  </a:cubicBezTo>
                  <a:cubicBezTo>
                    <a:pt x="823" y="1766"/>
                    <a:pt x="783" y="1762"/>
                    <a:pt x="740" y="1753"/>
                  </a:cubicBezTo>
                  <a:cubicBezTo>
                    <a:pt x="555" y="1716"/>
                    <a:pt x="296" y="1568"/>
                    <a:pt x="185" y="1383"/>
                  </a:cubicBezTo>
                  <a:cubicBezTo>
                    <a:pt x="74" y="1494"/>
                    <a:pt x="0" y="1531"/>
                    <a:pt x="0" y="1605"/>
                  </a:cubicBezTo>
                  <a:cubicBezTo>
                    <a:pt x="185" y="1901"/>
                    <a:pt x="481" y="2086"/>
                    <a:pt x="777" y="2160"/>
                  </a:cubicBezTo>
                  <a:cubicBezTo>
                    <a:pt x="871" y="2187"/>
                    <a:pt x="959" y="2199"/>
                    <a:pt x="1039" y="2199"/>
                  </a:cubicBezTo>
                  <a:cubicBezTo>
                    <a:pt x="1393" y="2199"/>
                    <a:pt x="1590" y="1958"/>
                    <a:pt x="1590" y="1716"/>
                  </a:cubicBezTo>
                  <a:cubicBezTo>
                    <a:pt x="1590" y="1420"/>
                    <a:pt x="1405" y="1198"/>
                    <a:pt x="1146" y="1051"/>
                  </a:cubicBezTo>
                  <a:cubicBezTo>
                    <a:pt x="1035" y="977"/>
                    <a:pt x="961" y="977"/>
                    <a:pt x="850" y="866"/>
                  </a:cubicBezTo>
                  <a:cubicBezTo>
                    <a:pt x="666" y="792"/>
                    <a:pt x="555" y="681"/>
                    <a:pt x="555" y="570"/>
                  </a:cubicBezTo>
                  <a:cubicBezTo>
                    <a:pt x="555" y="487"/>
                    <a:pt x="596" y="445"/>
                    <a:pt x="695" y="445"/>
                  </a:cubicBezTo>
                  <a:cubicBezTo>
                    <a:pt x="728" y="445"/>
                    <a:pt x="767" y="450"/>
                    <a:pt x="813" y="459"/>
                  </a:cubicBezTo>
                  <a:cubicBezTo>
                    <a:pt x="998" y="496"/>
                    <a:pt x="1146" y="607"/>
                    <a:pt x="1294" y="755"/>
                  </a:cubicBezTo>
                  <a:cubicBezTo>
                    <a:pt x="1368" y="607"/>
                    <a:pt x="1405" y="570"/>
                    <a:pt x="1516" y="459"/>
                  </a:cubicBezTo>
                  <a:cubicBezTo>
                    <a:pt x="1331" y="274"/>
                    <a:pt x="1035" y="89"/>
                    <a:pt x="813" y="52"/>
                  </a:cubicBezTo>
                  <a:cubicBezTo>
                    <a:pt x="708" y="17"/>
                    <a:pt x="609" y="1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2622300" y="2567275"/>
              <a:ext cx="45325" cy="54550"/>
            </a:xfrm>
            <a:custGeom>
              <a:rect b="b" l="l" r="r" t="t"/>
              <a:pathLst>
                <a:path extrusionOk="0" h="2182" w="1813">
                  <a:moveTo>
                    <a:pt x="1" y="0"/>
                  </a:moveTo>
                  <a:cubicBezTo>
                    <a:pt x="1" y="407"/>
                    <a:pt x="1" y="666"/>
                    <a:pt x="38" y="1109"/>
                  </a:cubicBezTo>
                  <a:cubicBezTo>
                    <a:pt x="38" y="1849"/>
                    <a:pt x="333" y="2181"/>
                    <a:pt x="925" y="2181"/>
                  </a:cubicBezTo>
                  <a:cubicBezTo>
                    <a:pt x="1479" y="2181"/>
                    <a:pt x="1812" y="1812"/>
                    <a:pt x="1812" y="1109"/>
                  </a:cubicBezTo>
                  <a:lnTo>
                    <a:pt x="1812" y="0"/>
                  </a:lnTo>
                  <a:cubicBezTo>
                    <a:pt x="1553" y="37"/>
                    <a:pt x="1479" y="37"/>
                    <a:pt x="1295" y="37"/>
                  </a:cubicBezTo>
                  <a:lnTo>
                    <a:pt x="1295" y="1220"/>
                  </a:lnTo>
                  <a:cubicBezTo>
                    <a:pt x="1295" y="1627"/>
                    <a:pt x="1110" y="1738"/>
                    <a:pt x="888" y="1738"/>
                  </a:cubicBezTo>
                  <a:cubicBezTo>
                    <a:pt x="629" y="1738"/>
                    <a:pt x="518" y="1627"/>
                    <a:pt x="518" y="1220"/>
                  </a:cubicBezTo>
                  <a:lnTo>
                    <a:pt x="518" y="37"/>
                  </a:lnTo>
                  <a:cubicBezTo>
                    <a:pt x="333" y="37"/>
                    <a:pt x="185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8"/>
            <p:cNvSpPr/>
            <p:nvPr/>
          </p:nvSpPr>
          <p:spPr>
            <a:xfrm>
              <a:off x="2679600" y="2562650"/>
              <a:ext cx="35150" cy="55475"/>
            </a:xfrm>
            <a:custGeom>
              <a:rect b="b" l="l" r="r" t="t"/>
              <a:pathLst>
                <a:path extrusionOk="0" h="2219" w="1406">
                  <a:moveTo>
                    <a:pt x="518" y="0"/>
                  </a:moveTo>
                  <a:cubicBezTo>
                    <a:pt x="334" y="37"/>
                    <a:pt x="186" y="37"/>
                    <a:pt x="1" y="111"/>
                  </a:cubicBezTo>
                  <a:cubicBezTo>
                    <a:pt x="1" y="925"/>
                    <a:pt x="1" y="1331"/>
                    <a:pt x="75" y="2219"/>
                  </a:cubicBezTo>
                  <a:cubicBezTo>
                    <a:pt x="629" y="2145"/>
                    <a:pt x="851" y="2034"/>
                    <a:pt x="1406" y="1849"/>
                  </a:cubicBezTo>
                  <a:lnTo>
                    <a:pt x="1406" y="1442"/>
                  </a:lnTo>
                  <a:cubicBezTo>
                    <a:pt x="1036" y="1590"/>
                    <a:pt x="888" y="1627"/>
                    <a:pt x="518" y="1701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2723050" y="2546925"/>
              <a:ext cx="11125" cy="57350"/>
            </a:xfrm>
            <a:custGeom>
              <a:rect b="b" l="l" r="r" t="t"/>
              <a:pathLst>
                <a:path extrusionOk="0" h="2294" w="445">
                  <a:moveTo>
                    <a:pt x="444" y="1"/>
                  </a:moveTo>
                  <a:lnTo>
                    <a:pt x="0" y="223"/>
                  </a:lnTo>
                  <a:lnTo>
                    <a:pt x="0" y="2293"/>
                  </a:lnTo>
                  <a:lnTo>
                    <a:pt x="444" y="2071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2747075" y="2512725"/>
              <a:ext cx="37000" cy="81375"/>
            </a:xfrm>
            <a:custGeom>
              <a:rect b="b" l="l" r="r" t="t"/>
              <a:pathLst>
                <a:path extrusionOk="0" h="3255" w="1480">
                  <a:moveTo>
                    <a:pt x="1480" y="1"/>
                  </a:moveTo>
                  <a:cubicBezTo>
                    <a:pt x="1332" y="149"/>
                    <a:pt x="1258" y="186"/>
                    <a:pt x="1110" y="334"/>
                  </a:cubicBezTo>
                  <a:lnTo>
                    <a:pt x="1110" y="1073"/>
                  </a:lnTo>
                  <a:cubicBezTo>
                    <a:pt x="1110" y="1369"/>
                    <a:pt x="1147" y="1628"/>
                    <a:pt x="1147" y="1812"/>
                  </a:cubicBezTo>
                  <a:cubicBezTo>
                    <a:pt x="1036" y="1665"/>
                    <a:pt x="1036" y="1628"/>
                    <a:pt x="962" y="1480"/>
                  </a:cubicBezTo>
                  <a:cubicBezTo>
                    <a:pt x="777" y="1221"/>
                    <a:pt x="629" y="1073"/>
                    <a:pt x="444" y="814"/>
                  </a:cubicBezTo>
                  <a:cubicBezTo>
                    <a:pt x="259" y="888"/>
                    <a:pt x="186" y="999"/>
                    <a:pt x="1" y="1073"/>
                  </a:cubicBezTo>
                  <a:lnTo>
                    <a:pt x="1" y="3254"/>
                  </a:lnTo>
                  <a:cubicBezTo>
                    <a:pt x="149" y="3143"/>
                    <a:pt x="223" y="3069"/>
                    <a:pt x="407" y="2959"/>
                  </a:cubicBezTo>
                  <a:lnTo>
                    <a:pt x="407" y="2219"/>
                  </a:lnTo>
                  <a:cubicBezTo>
                    <a:pt x="407" y="1960"/>
                    <a:pt x="370" y="1739"/>
                    <a:pt x="370" y="1480"/>
                  </a:cubicBezTo>
                  <a:lnTo>
                    <a:pt x="370" y="1480"/>
                  </a:lnTo>
                  <a:cubicBezTo>
                    <a:pt x="444" y="1628"/>
                    <a:pt x="444" y="1665"/>
                    <a:pt x="555" y="1812"/>
                  </a:cubicBezTo>
                  <a:cubicBezTo>
                    <a:pt x="777" y="2108"/>
                    <a:pt x="888" y="2182"/>
                    <a:pt x="1073" y="2478"/>
                  </a:cubicBezTo>
                  <a:cubicBezTo>
                    <a:pt x="1258" y="2330"/>
                    <a:pt x="1295" y="2219"/>
                    <a:pt x="1480" y="2108"/>
                  </a:cubicBezTo>
                  <a:lnTo>
                    <a:pt x="14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38"/>
          <p:cNvGrpSpPr/>
          <p:nvPr/>
        </p:nvGrpSpPr>
        <p:grpSpPr>
          <a:xfrm>
            <a:off x="5404769" y="195895"/>
            <a:ext cx="1164817" cy="2317732"/>
            <a:chOff x="2459625" y="2078325"/>
            <a:chExt cx="371600" cy="739450"/>
          </a:xfrm>
        </p:grpSpPr>
        <p:sp>
          <p:nvSpPr>
            <p:cNvPr id="1127" name="Google Shape;1127;p38"/>
            <p:cNvSpPr/>
            <p:nvPr/>
          </p:nvSpPr>
          <p:spPr>
            <a:xfrm>
              <a:off x="2459625" y="2619025"/>
              <a:ext cx="371600" cy="198750"/>
            </a:xfrm>
            <a:custGeom>
              <a:rect b="b" l="l" r="r" t="t"/>
              <a:pathLst>
                <a:path extrusionOk="0" h="7950" w="14864">
                  <a:moveTo>
                    <a:pt x="7432" y="1"/>
                  </a:moveTo>
                  <a:cubicBezTo>
                    <a:pt x="3328" y="1"/>
                    <a:pt x="1" y="1812"/>
                    <a:pt x="1" y="3993"/>
                  </a:cubicBezTo>
                  <a:cubicBezTo>
                    <a:pt x="1" y="6175"/>
                    <a:pt x="3328" y="7949"/>
                    <a:pt x="7432" y="7949"/>
                  </a:cubicBezTo>
                  <a:cubicBezTo>
                    <a:pt x="11536" y="7949"/>
                    <a:pt x="14863" y="6138"/>
                    <a:pt x="14863" y="3993"/>
                  </a:cubicBezTo>
                  <a:cubicBezTo>
                    <a:pt x="14863" y="1775"/>
                    <a:pt x="11536" y="1"/>
                    <a:pt x="74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8"/>
            <p:cNvSpPr/>
            <p:nvPr/>
          </p:nvSpPr>
          <p:spPr>
            <a:xfrm>
              <a:off x="2491975" y="2321400"/>
              <a:ext cx="302275" cy="468650"/>
            </a:xfrm>
            <a:custGeom>
              <a:rect b="b" l="l" r="r" t="t"/>
              <a:pathLst>
                <a:path extrusionOk="0" h="18746" w="12091">
                  <a:moveTo>
                    <a:pt x="1" y="1"/>
                  </a:moveTo>
                  <a:lnTo>
                    <a:pt x="1" y="15529"/>
                  </a:lnTo>
                  <a:cubicBezTo>
                    <a:pt x="1" y="17340"/>
                    <a:pt x="2700" y="18745"/>
                    <a:pt x="6027" y="18745"/>
                  </a:cubicBezTo>
                  <a:cubicBezTo>
                    <a:pt x="9428" y="18745"/>
                    <a:pt x="12090" y="17340"/>
                    <a:pt x="12090" y="15529"/>
                  </a:cubicBezTo>
                  <a:lnTo>
                    <a:pt x="12090" y="1"/>
                  </a:lnTo>
                  <a:cubicBezTo>
                    <a:pt x="12090" y="1739"/>
                    <a:pt x="9354" y="3217"/>
                    <a:pt x="6027" y="3217"/>
                  </a:cubicBezTo>
                  <a:cubicBezTo>
                    <a:pt x="2663" y="3217"/>
                    <a:pt x="1" y="181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2491975" y="2240075"/>
              <a:ext cx="302275" cy="161775"/>
            </a:xfrm>
            <a:custGeom>
              <a:rect b="b" l="l" r="r" t="t"/>
              <a:pathLst>
                <a:path extrusionOk="0" h="6471" w="12091">
                  <a:moveTo>
                    <a:pt x="6027" y="1"/>
                  </a:moveTo>
                  <a:cubicBezTo>
                    <a:pt x="2774" y="1"/>
                    <a:pt x="75" y="1405"/>
                    <a:pt x="1" y="3143"/>
                  </a:cubicBezTo>
                  <a:lnTo>
                    <a:pt x="1" y="3254"/>
                  </a:lnTo>
                  <a:cubicBezTo>
                    <a:pt x="1" y="5066"/>
                    <a:pt x="2700" y="6470"/>
                    <a:pt x="6027" y="6470"/>
                  </a:cubicBezTo>
                  <a:cubicBezTo>
                    <a:pt x="9428" y="6470"/>
                    <a:pt x="12090" y="5066"/>
                    <a:pt x="12090" y="3254"/>
                  </a:cubicBezTo>
                  <a:lnTo>
                    <a:pt x="12090" y="3143"/>
                  </a:lnTo>
                  <a:cubicBezTo>
                    <a:pt x="12016" y="1405"/>
                    <a:pt x="9317" y="1"/>
                    <a:pt x="6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2545600" y="2201250"/>
              <a:ext cx="194100" cy="102625"/>
            </a:xfrm>
            <a:custGeom>
              <a:rect b="b" l="l" r="r" t="t"/>
              <a:pathLst>
                <a:path extrusionOk="0" h="4105" w="7764">
                  <a:moveTo>
                    <a:pt x="3882" y="1"/>
                  </a:moveTo>
                  <a:cubicBezTo>
                    <a:pt x="1775" y="1"/>
                    <a:pt x="74" y="888"/>
                    <a:pt x="0" y="1997"/>
                  </a:cubicBezTo>
                  <a:lnTo>
                    <a:pt x="0" y="2034"/>
                  </a:lnTo>
                  <a:cubicBezTo>
                    <a:pt x="0" y="3180"/>
                    <a:pt x="1775" y="4105"/>
                    <a:pt x="3882" y="4105"/>
                  </a:cubicBezTo>
                  <a:cubicBezTo>
                    <a:pt x="6063" y="4105"/>
                    <a:pt x="7764" y="3180"/>
                    <a:pt x="7764" y="2034"/>
                  </a:cubicBezTo>
                  <a:lnTo>
                    <a:pt x="7764" y="1997"/>
                  </a:lnTo>
                  <a:cubicBezTo>
                    <a:pt x="7727" y="888"/>
                    <a:pt x="6026" y="1"/>
                    <a:pt x="3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>
              <a:off x="2491975" y="2441575"/>
              <a:ext cx="302275" cy="222775"/>
            </a:xfrm>
            <a:custGeom>
              <a:rect b="b" l="l" r="r" t="t"/>
              <a:pathLst>
                <a:path extrusionOk="0" h="8911" w="12091">
                  <a:moveTo>
                    <a:pt x="1" y="0"/>
                  </a:moveTo>
                  <a:lnTo>
                    <a:pt x="1" y="5694"/>
                  </a:lnTo>
                  <a:cubicBezTo>
                    <a:pt x="1" y="7468"/>
                    <a:pt x="2700" y="8910"/>
                    <a:pt x="6027" y="8910"/>
                  </a:cubicBezTo>
                  <a:cubicBezTo>
                    <a:pt x="9428" y="8910"/>
                    <a:pt x="12090" y="7468"/>
                    <a:pt x="12090" y="5694"/>
                  </a:cubicBezTo>
                  <a:lnTo>
                    <a:pt x="12090" y="0"/>
                  </a:lnTo>
                  <a:cubicBezTo>
                    <a:pt x="12090" y="1738"/>
                    <a:pt x="9354" y="3217"/>
                    <a:pt x="6027" y="3217"/>
                  </a:cubicBezTo>
                  <a:cubicBezTo>
                    <a:pt x="2663" y="3217"/>
                    <a:pt x="1" y="1812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8"/>
            <p:cNvSpPr/>
            <p:nvPr/>
          </p:nvSpPr>
          <p:spPr>
            <a:xfrm>
              <a:off x="2742450" y="2154125"/>
              <a:ext cx="34225" cy="115550"/>
            </a:xfrm>
            <a:custGeom>
              <a:rect b="b" l="l" r="r" t="t"/>
              <a:pathLst>
                <a:path extrusionOk="0" h="4622" w="1369">
                  <a:moveTo>
                    <a:pt x="1" y="0"/>
                  </a:moveTo>
                  <a:lnTo>
                    <a:pt x="1" y="4622"/>
                  </a:lnTo>
                  <a:cubicBezTo>
                    <a:pt x="851" y="4104"/>
                    <a:pt x="1369" y="3402"/>
                    <a:pt x="1369" y="2662"/>
                  </a:cubicBezTo>
                  <a:lnTo>
                    <a:pt x="1369" y="2588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2683300" y="2152275"/>
              <a:ext cx="59175" cy="136825"/>
            </a:xfrm>
            <a:custGeom>
              <a:rect b="b" l="l" r="r" t="t"/>
              <a:pathLst>
                <a:path extrusionOk="0" h="5473" w="2367">
                  <a:moveTo>
                    <a:pt x="1" y="0"/>
                  </a:moveTo>
                  <a:lnTo>
                    <a:pt x="1" y="5472"/>
                  </a:lnTo>
                  <a:cubicBezTo>
                    <a:pt x="925" y="5324"/>
                    <a:pt x="1775" y="4991"/>
                    <a:pt x="2367" y="4622"/>
                  </a:cubicBezTo>
                  <a:lnTo>
                    <a:pt x="2367" y="0"/>
                  </a:lnTo>
                  <a:lnTo>
                    <a:pt x="186" y="0"/>
                  </a:lnTo>
                  <a:lnTo>
                    <a:pt x="186" y="74"/>
                  </a:lnTo>
                  <a:cubicBezTo>
                    <a:pt x="149" y="74"/>
                    <a:pt x="38" y="74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2548350" y="2152275"/>
              <a:ext cx="18525" cy="127575"/>
            </a:xfrm>
            <a:custGeom>
              <a:rect b="b" l="l" r="r" t="t"/>
              <a:pathLst>
                <a:path extrusionOk="0" h="5103" w="741">
                  <a:moveTo>
                    <a:pt x="1" y="0"/>
                  </a:moveTo>
                  <a:lnTo>
                    <a:pt x="1" y="74"/>
                  </a:lnTo>
                  <a:lnTo>
                    <a:pt x="1" y="4770"/>
                  </a:lnTo>
                  <a:cubicBezTo>
                    <a:pt x="223" y="4917"/>
                    <a:pt x="445" y="4991"/>
                    <a:pt x="740" y="5102"/>
                  </a:cubicBez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2507700" y="2154125"/>
              <a:ext cx="17575" cy="102625"/>
            </a:xfrm>
            <a:custGeom>
              <a:rect b="b" l="l" r="r" t="t"/>
              <a:pathLst>
                <a:path extrusionOk="0" h="4105" w="703">
                  <a:moveTo>
                    <a:pt x="0" y="0"/>
                  </a:moveTo>
                  <a:lnTo>
                    <a:pt x="0" y="2588"/>
                  </a:lnTo>
                  <a:lnTo>
                    <a:pt x="0" y="2662"/>
                  </a:lnTo>
                  <a:cubicBezTo>
                    <a:pt x="0" y="3180"/>
                    <a:pt x="296" y="3697"/>
                    <a:pt x="703" y="4104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2618600" y="2149500"/>
              <a:ext cx="64725" cy="143275"/>
            </a:xfrm>
            <a:custGeom>
              <a:rect b="b" l="l" r="r" t="t"/>
              <a:pathLst>
                <a:path extrusionOk="0" h="5731" w="2589">
                  <a:moveTo>
                    <a:pt x="962" y="0"/>
                  </a:moveTo>
                  <a:cubicBezTo>
                    <a:pt x="666" y="0"/>
                    <a:pt x="333" y="0"/>
                    <a:pt x="1" y="37"/>
                  </a:cubicBezTo>
                  <a:lnTo>
                    <a:pt x="1" y="5657"/>
                  </a:lnTo>
                  <a:cubicBezTo>
                    <a:pt x="333" y="5731"/>
                    <a:pt x="666" y="5731"/>
                    <a:pt x="962" y="5731"/>
                  </a:cubicBezTo>
                  <a:cubicBezTo>
                    <a:pt x="1517" y="5731"/>
                    <a:pt x="2071" y="5657"/>
                    <a:pt x="2589" y="5583"/>
                  </a:cubicBezTo>
                  <a:lnTo>
                    <a:pt x="2589" y="111"/>
                  </a:lnTo>
                  <a:cubicBezTo>
                    <a:pt x="2071" y="74"/>
                    <a:pt x="1517" y="0"/>
                    <a:pt x="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2526175" y="2154125"/>
              <a:ext cx="22200" cy="117400"/>
            </a:xfrm>
            <a:custGeom>
              <a:rect b="b" l="l" r="r" t="t"/>
              <a:pathLst>
                <a:path extrusionOk="0" h="4696" w="888">
                  <a:moveTo>
                    <a:pt x="1" y="0"/>
                  </a:moveTo>
                  <a:lnTo>
                    <a:pt x="1" y="4104"/>
                  </a:lnTo>
                  <a:cubicBezTo>
                    <a:pt x="223" y="4326"/>
                    <a:pt x="555" y="4511"/>
                    <a:pt x="888" y="4696"/>
                  </a:cubicBezTo>
                  <a:lnTo>
                    <a:pt x="8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2566850" y="2151350"/>
              <a:ext cx="51775" cy="141425"/>
            </a:xfrm>
            <a:custGeom>
              <a:rect b="b" l="l" r="r" t="t"/>
              <a:pathLst>
                <a:path extrusionOk="0" h="5657" w="2071">
                  <a:moveTo>
                    <a:pt x="2071" y="0"/>
                  </a:moveTo>
                  <a:cubicBezTo>
                    <a:pt x="1812" y="0"/>
                    <a:pt x="1516" y="37"/>
                    <a:pt x="1257" y="111"/>
                  </a:cubicBezTo>
                  <a:lnTo>
                    <a:pt x="0" y="111"/>
                  </a:lnTo>
                  <a:lnTo>
                    <a:pt x="0" y="5176"/>
                  </a:lnTo>
                  <a:cubicBezTo>
                    <a:pt x="592" y="5398"/>
                    <a:pt x="1331" y="5546"/>
                    <a:pt x="2071" y="5657"/>
                  </a:cubicBezTo>
                  <a:lnTo>
                    <a:pt x="20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2508625" y="2078325"/>
              <a:ext cx="270825" cy="143300"/>
            </a:xfrm>
            <a:custGeom>
              <a:rect b="b" l="l" r="r" t="t"/>
              <a:pathLst>
                <a:path extrusionOk="0" h="5732" w="10833">
                  <a:moveTo>
                    <a:pt x="5361" y="1"/>
                  </a:moveTo>
                  <a:cubicBezTo>
                    <a:pt x="2477" y="1"/>
                    <a:pt x="111" y="1258"/>
                    <a:pt x="0" y="2773"/>
                  </a:cubicBezTo>
                  <a:lnTo>
                    <a:pt x="0" y="2884"/>
                  </a:lnTo>
                  <a:cubicBezTo>
                    <a:pt x="0" y="4437"/>
                    <a:pt x="2403" y="5731"/>
                    <a:pt x="5435" y="5731"/>
                  </a:cubicBezTo>
                  <a:cubicBezTo>
                    <a:pt x="8393" y="5731"/>
                    <a:pt x="10833" y="4437"/>
                    <a:pt x="10833" y="2884"/>
                  </a:cubicBezTo>
                  <a:cubicBezTo>
                    <a:pt x="10722" y="2847"/>
                    <a:pt x="10722" y="2773"/>
                    <a:pt x="10722" y="2773"/>
                  </a:cubicBezTo>
                  <a:cubicBezTo>
                    <a:pt x="10648" y="1258"/>
                    <a:pt x="8282" y="1"/>
                    <a:pt x="53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2577025" y="2108825"/>
              <a:ext cx="134025" cy="41625"/>
            </a:xfrm>
            <a:custGeom>
              <a:rect b="b" l="l" r="r" t="t"/>
              <a:pathLst>
                <a:path extrusionOk="0" h="1665" w="5361">
                  <a:moveTo>
                    <a:pt x="2699" y="1"/>
                  </a:moveTo>
                  <a:cubicBezTo>
                    <a:pt x="1220" y="1"/>
                    <a:pt x="37" y="592"/>
                    <a:pt x="0" y="1369"/>
                  </a:cubicBezTo>
                  <a:lnTo>
                    <a:pt x="0" y="1443"/>
                  </a:lnTo>
                  <a:lnTo>
                    <a:pt x="0" y="1627"/>
                  </a:lnTo>
                  <a:cubicBezTo>
                    <a:pt x="148" y="925"/>
                    <a:pt x="1257" y="370"/>
                    <a:pt x="2625" y="370"/>
                  </a:cubicBezTo>
                  <a:cubicBezTo>
                    <a:pt x="4030" y="370"/>
                    <a:pt x="5176" y="925"/>
                    <a:pt x="5324" y="1664"/>
                  </a:cubicBezTo>
                  <a:cubicBezTo>
                    <a:pt x="5324" y="1553"/>
                    <a:pt x="5361" y="1517"/>
                    <a:pt x="5361" y="1443"/>
                  </a:cubicBezTo>
                  <a:lnTo>
                    <a:pt x="5361" y="1369"/>
                  </a:lnTo>
                  <a:cubicBezTo>
                    <a:pt x="5324" y="592"/>
                    <a:pt x="4104" y="1"/>
                    <a:pt x="26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2576100" y="2118075"/>
              <a:ext cx="133100" cy="61950"/>
            </a:xfrm>
            <a:custGeom>
              <a:rect b="b" l="l" r="r" t="t"/>
              <a:pathLst>
                <a:path extrusionOk="0" h="2478" w="5324">
                  <a:moveTo>
                    <a:pt x="2625" y="0"/>
                  </a:moveTo>
                  <a:cubicBezTo>
                    <a:pt x="1257" y="0"/>
                    <a:pt x="148" y="555"/>
                    <a:pt x="0" y="1220"/>
                  </a:cubicBezTo>
                  <a:cubicBezTo>
                    <a:pt x="185" y="1997"/>
                    <a:pt x="1294" y="2477"/>
                    <a:pt x="2662" y="2477"/>
                  </a:cubicBezTo>
                  <a:cubicBezTo>
                    <a:pt x="4030" y="2477"/>
                    <a:pt x="5139" y="1997"/>
                    <a:pt x="5324" y="1294"/>
                  </a:cubicBezTo>
                  <a:cubicBezTo>
                    <a:pt x="5176" y="555"/>
                    <a:pt x="4067" y="0"/>
                    <a:pt x="26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2502150" y="2511800"/>
              <a:ext cx="10200" cy="61050"/>
            </a:xfrm>
            <a:custGeom>
              <a:rect b="b" l="l" r="r" t="t"/>
              <a:pathLst>
                <a:path extrusionOk="0" h="2442" w="408">
                  <a:moveTo>
                    <a:pt x="0" y="1"/>
                  </a:moveTo>
                  <a:lnTo>
                    <a:pt x="0" y="2071"/>
                  </a:lnTo>
                  <a:cubicBezTo>
                    <a:pt x="185" y="2219"/>
                    <a:pt x="222" y="2330"/>
                    <a:pt x="407" y="2441"/>
                  </a:cubicBezTo>
                  <a:lnTo>
                    <a:pt x="407" y="371"/>
                  </a:lnTo>
                  <a:cubicBezTo>
                    <a:pt x="222" y="223"/>
                    <a:pt x="148" y="14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2524325" y="2530300"/>
              <a:ext cx="38850" cy="73975"/>
            </a:xfrm>
            <a:custGeom>
              <a:rect b="b" l="l" r="r" t="t"/>
              <a:pathLst>
                <a:path extrusionOk="0" h="2959" w="1554">
                  <a:moveTo>
                    <a:pt x="1" y="0"/>
                  </a:moveTo>
                  <a:cubicBezTo>
                    <a:pt x="1" y="851"/>
                    <a:pt x="1" y="1257"/>
                    <a:pt x="38" y="2071"/>
                  </a:cubicBezTo>
                  <a:cubicBezTo>
                    <a:pt x="186" y="2182"/>
                    <a:pt x="260" y="2256"/>
                    <a:pt x="444" y="2366"/>
                  </a:cubicBezTo>
                  <a:lnTo>
                    <a:pt x="444" y="1627"/>
                  </a:lnTo>
                  <a:cubicBezTo>
                    <a:pt x="444" y="1405"/>
                    <a:pt x="407" y="1073"/>
                    <a:pt x="407" y="851"/>
                  </a:cubicBezTo>
                  <a:lnTo>
                    <a:pt x="407" y="851"/>
                  </a:lnTo>
                  <a:cubicBezTo>
                    <a:pt x="444" y="1073"/>
                    <a:pt x="481" y="1146"/>
                    <a:pt x="592" y="1405"/>
                  </a:cubicBezTo>
                  <a:cubicBezTo>
                    <a:pt x="777" y="1960"/>
                    <a:pt x="851" y="2219"/>
                    <a:pt x="1110" y="2736"/>
                  </a:cubicBezTo>
                  <a:lnTo>
                    <a:pt x="1554" y="2958"/>
                  </a:lnTo>
                  <a:lnTo>
                    <a:pt x="1554" y="888"/>
                  </a:lnTo>
                  <a:cubicBezTo>
                    <a:pt x="1369" y="851"/>
                    <a:pt x="1295" y="777"/>
                    <a:pt x="1110" y="703"/>
                  </a:cubicBezTo>
                  <a:lnTo>
                    <a:pt x="1110" y="1442"/>
                  </a:lnTo>
                  <a:cubicBezTo>
                    <a:pt x="1110" y="1664"/>
                    <a:pt x="1147" y="1997"/>
                    <a:pt x="1147" y="2219"/>
                  </a:cubicBezTo>
                  <a:cubicBezTo>
                    <a:pt x="1110" y="1997"/>
                    <a:pt x="1036" y="1886"/>
                    <a:pt x="962" y="1664"/>
                  </a:cubicBezTo>
                  <a:cubicBezTo>
                    <a:pt x="777" y="1146"/>
                    <a:pt x="629" y="888"/>
                    <a:pt x="444" y="333"/>
                  </a:cubicBezTo>
                  <a:cubicBezTo>
                    <a:pt x="260" y="185"/>
                    <a:pt x="186" y="148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2575175" y="2560425"/>
              <a:ext cx="39750" cy="55000"/>
            </a:xfrm>
            <a:custGeom>
              <a:rect b="b" l="l" r="r" t="t"/>
              <a:pathLst>
                <a:path extrusionOk="0" h="2200" w="1590">
                  <a:moveTo>
                    <a:pt x="519" y="1"/>
                  </a:moveTo>
                  <a:cubicBezTo>
                    <a:pt x="230" y="1"/>
                    <a:pt x="37" y="169"/>
                    <a:pt x="37" y="422"/>
                  </a:cubicBezTo>
                  <a:cubicBezTo>
                    <a:pt x="37" y="681"/>
                    <a:pt x="222" y="977"/>
                    <a:pt x="444" y="1125"/>
                  </a:cubicBezTo>
                  <a:cubicBezTo>
                    <a:pt x="555" y="1198"/>
                    <a:pt x="629" y="1198"/>
                    <a:pt x="740" y="1309"/>
                  </a:cubicBezTo>
                  <a:cubicBezTo>
                    <a:pt x="924" y="1420"/>
                    <a:pt x="1035" y="1494"/>
                    <a:pt x="1035" y="1605"/>
                  </a:cubicBezTo>
                  <a:cubicBezTo>
                    <a:pt x="1035" y="1718"/>
                    <a:pt x="971" y="1766"/>
                    <a:pt x="858" y="1766"/>
                  </a:cubicBezTo>
                  <a:cubicBezTo>
                    <a:pt x="823" y="1766"/>
                    <a:pt x="783" y="1762"/>
                    <a:pt x="740" y="1753"/>
                  </a:cubicBezTo>
                  <a:cubicBezTo>
                    <a:pt x="555" y="1716"/>
                    <a:pt x="296" y="1568"/>
                    <a:pt x="185" y="1383"/>
                  </a:cubicBezTo>
                  <a:cubicBezTo>
                    <a:pt x="74" y="1494"/>
                    <a:pt x="0" y="1531"/>
                    <a:pt x="0" y="1605"/>
                  </a:cubicBezTo>
                  <a:cubicBezTo>
                    <a:pt x="185" y="1901"/>
                    <a:pt x="481" y="2086"/>
                    <a:pt x="777" y="2160"/>
                  </a:cubicBezTo>
                  <a:cubicBezTo>
                    <a:pt x="871" y="2187"/>
                    <a:pt x="959" y="2199"/>
                    <a:pt x="1039" y="2199"/>
                  </a:cubicBezTo>
                  <a:cubicBezTo>
                    <a:pt x="1393" y="2199"/>
                    <a:pt x="1590" y="1958"/>
                    <a:pt x="1590" y="1716"/>
                  </a:cubicBezTo>
                  <a:cubicBezTo>
                    <a:pt x="1590" y="1420"/>
                    <a:pt x="1405" y="1198"/>
                    <a:pt x="1146" y="1051"/>
                  </a:cubicBezTo>
                  <a:cubicBezTo>
                    <a:pt x="1035" y="977"/>
                    <a:pt x="961" y="977"/>
                    <a:pt x="850" y="866"/>
                  </a:cubicBezTo>
                  <a:cubicBezTo>
                    <a:pt x="666" y="792"/>
                    <a:pt x="555" y="681"/>
                    <a:pt x="555" y="570"/>
                  </a:cubicBezTo>
                  <a:cubicBezTo>
                    <a:pt x="555" y="487"/>
                    <a:pt x="596" y="445"/>
                    <a:pt x="695" y="445"/>
                  </a:cubicBezTo>
                  <a:cubicBezTo>
                    <a:pt x="728" y="445"/>
                    <a:pt x="767" y="450"/>
                    <a:pt x="813" y="459"/>
                  </a:cubicBezTo>
                  <a:cubicBezTo>
                    <a:pt x="998" y="496"/>
                    <a:pt x="1146" y="607"/>
                    <a:pt x="1294" y="755"/>
                  </a:cubicBezTo>
                  <a:cubicBezTo>
                    <a:pt x="1368" y="607"/>
                    <a:pt x="1405" y="570"/>
                    <a:pt x="1516" y="459"/>
                  </a:cubicBezTo>
                  <a:cubicBezTo>
                    <a:pt x="1331" y="274"/>
                    <a:pt x="1035" y="89"/>
                    <a:pt x="813" y="52"/>
                  </a:cubicBezTo>
                  <a:cubicBezTo>
                    <a:pt x="708" y="17"/>
                    <a:pt x="609" y="1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2622300" y="2567275"/>
              <a:ext cx="45325" cy="54550"/>
            </a:xfrm>
            <a:custGeom>
              <a:rect b="b" l="l" r="r" t="t"/>
              <a:pathLst>
                <a:path extrusionOk="0" h="2182" w="1813">
                  <a:moveTo>
                    <a:pt x="1" y="0"/>
                  </a:moveTo>
                  <a:cubicBezTo>
                    <a:pt x="1" y="407"/>
                    <a:pt x="1" y="666"/>
                    <a:pt x="38" y="1109"/>
                  </a:cubicBezTo>
                  <a:cubicBezTo>
                    <a:pt x="38" y="1849"/>
                    <a:pt x="333" y="2181"/>
                    <a:pt x="925" y="2181"/>
                  </a:cubicBezTo>
                  <a:cubicBezTo>
                    <a:pt x="1479" y="2181"/>
                    <a:pt x="1812" y="1812"/>
                    <a:pt x="1812" y="1109"/>
                  </a:cubicBezTo>
                  <a:lnTo>
                    <a:pt x="1812" y="0"/>
                  </a:lnTo>
                  <a:cubicBezTo>
                    <a:pt x="1553" y="37"/>
                    <a:pt x="1479" y="37"/>
                    <a:pt x="1295" y="37"/>
                  </a:cubicBezTo>
                  <a:lnTo>
                    <a:pt x="1295" y="1220"/>
                  </a:lnTo>
                  <a:cubicBezTo>
                    <a:pt x="1295" y="1627"/>
                    <a:pt x="1110" y="1738"/>
                    <a:pt x="888" y="1738"/>
                  </a:cubicBezTo>
                  <a:cubicBezTo>
                    <a:pt x="629" y="1738"/>
                    <a:pt x="518" y="1627"/>
                    <a:pt x="518" y="1220"/>
                  </a:cubicBezTo>
                  <a:lnTo>
                    <a:pt x="518" y="37"/>
                  </a:lnTo>
                  <a:cubicBezTo>
                    <a:pt x="333" y="37"/>
                    <a:pt x="185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2679600" y="2562650"/>
              <a:ext cx="35150" cy="55475"/>
            </a:xfrm>
            <a:custGeom>
              <a:rect b="b" l="l" r="r" t="t"/>
              <a:pathLst>
                <a:path extrusionOk="0" h="2219" w="1406">
                  <a:moveTo>
                    <a:pt x="518" y="0"/>
                  </a:moveTo>
                  <a:cubicBezTo>
                    <a:pt x="334" y="37"/>
                    <a:pt x="186" y="37"/>
                    <a:pt x="1" y="111"/>
                  </a:cubicBezTo>
                  <a:cubicBezTo>
                    <a:pt x="1" y="925"/>
                    <a:pt x="1" y="1331"/>
                    <a:pt x="75" y="2219"/>
                  </a:cubicBezTo>
                  <a:cubicBezTo>
                    <a:pt x="629" y="2145"/>
                    <a:pt x="851" y="2034"/>
                    <a:pt x="1406" y="1849"/>
                  </a:cubicBezTo>
                  <a:lnTo>
                    <a:pt x="1406" y="1442"/>
                  </a:lnTo>
                  <a:cubicBezTo>
                    <a:pt x="1036" y="1590"/>
                    <a:pt x="888" y="1627"/>
                    <a:pt x="518" y="1701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2723050" y="2546925"/>
              <a:ext cx="11125" cy="57350"/>
            </a:xfrm>
            <a:custGeom>
              <a:rect b="b" l="l" r="r" t="t"/>
              <a:pathLst>
                <a:path extrusionOk="0" h="2294" w="445">
                  <a:moveTo>
                    <a:pt x="444" y="1"/>
                  </a:moveTo>
                  <a:lnTo>
                    <a:pt x="0" y="223"/>
                  </a:lnTo>
                  <a:lnTo>
                    <a:pt x="0" y="2293"/>
                  </a:lnTo>
                  <a:lnTo>
                    <a:pt x="444" y="2071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8"/>
            <p:cNvSpPr/>
            <p:nvPr/>
          </p:nvSpPr>
          <p:spPr>
            <a:xfrm>
              <a:off x="2747075" y="2512725"/>
              <a:ext cx="37000" cy="81375"/>
            </a:xfrm>
            <a:custGeom>
              <a:rect b="b" l="l" r="r" t="t"/>
              <a:pathLst>
                <a:path extrusionOk="0" h="3255" w="1480">
                  <a:moveTo>
                    <a:pt x="1480" y="1"/>
                  </a:moveTo>
                  <a:cubicBezTo>
                    <a:pt x="1332" y="149"/>
                    <a:pt x="1258" y="186"/>
                    <a:pt x="1110" y="334"/>
                  </a:cubicBezTo>
                  <a:lnTo>
                    <a:pt x="1110" y="1073"/>
                  </a:lnTo>
                  <a:cubicBezTo>
                    <a:pt x="1110" y="1369"/>
                    <a:pt x="1147" y="1628"/>
                    <a:pt x="1147" y="1812"/>
                  </a:cubicBezTo>
                  <a:cubicBezTo>
                    <a:pt x="1036" y="1665"/>
                    <a:pt x="1036" y="1628"/>
                    <a:pt x="962" y="1480"/>
                  </a:cubicBezTo>
                  <a:cubicBezTo>
                    <a:pt x="777" y="1221"/>
                    <a:pt x="629" y="1073"/>
                    <a:pt x="444" y="814"/>
                  </a:cubicBezTo>
                  <a:cubicBezTo>
                    <a:pt x="259" y="888"/>
                    <a:pt x="186" y="999"/>
                    <a:pt x="1" y="1073"/>
                  </a:cubicBezTo>
                  <a:lnTo>
                    <a:pt x="1" y="3254"/>
                  </a:lnTo>
                  <a:cubicBezTo>
                    <a:pt x="149" y="3143"/>
                    <a:pt x="223" y="3069"/>
                    <a:pt x="407" y="2959"/>
                  </a:cubicBezTo>
                  <a:lnTo>
                    <a:pt x="407" y="2219"/>
                  </a:lnTo>
                  <a:cubicBezTo>
                    <a:pt x="407" y="1960"/>
                    <a:pt x="370" y="1739"/>
                    <a:pt x="370" y="1480"/>
                  </a:cubicBezTo>
                  <a:lnTo>
                    <a:pt x="370" y="1480"/>
                  </a:lnTo>
                  <a:cubicBezTo>
                    <a:pt x="444" y="1628"/>
                    <a:pt x="444" y="1665"/>
                    <a:pt x="555" y="1812"/>
                  </a:cubicBezTo>
                  <a:cubicBezTo>
                    <a:pt x="777" y="2108"/>
                    <a:pt x="888" y="2182"/>
                    <a:pt x="1073" y="2478"/>
                  </a:cubicBezTo>
                  <a:cubicBezTo>
                    <a:pt x="1258" y="2330"/>
                    <a:pt x="1295" y="2219"/>
                    <a:pt x="1480" y="2108"/>
                  </a:cubicBezTo>
                  <a:lnTo>
                    <a:pt x="14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9"/>
          <p:cNvSpPr txBox="1"/>
          <p:nvPr>
            <p:ph idx="1" type="body"/>
          </p:nvPr>
        </p:nvSpPr>
        <p:spPr>
          <a:xfrm>
            <a:off x="968400" y="995800"/>
            <a:ext cx="65688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</a:t>
            </a:r>
            <a:r>
              <a:rPr lang="en" sz="1600"/>
              <a:t>  </a:t>
            </a:r>
            <a:r>
              <a:rPr lang="en" sz="1600"/>
              <a:t>Using a real-world healthcare dataset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-   Advanced data querying using SQL and Jupiter notebook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-   Include data for all 50 states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https://pmc.ncbi.nlm.nih.gov/articles/PMC10230615/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https://www.cdc.gov/diabetes/diabetes-testing/index.html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https://www.diabetes.org.uk/about-diabetes/types-of-diabetes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https://www.wesleymc.com/healthy-living/blog/how-many-types-of-diabetes-are-there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https://www.kaggle.com/datasets/alexteboul/diabetes-health-indicators-dataset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8"/>
              </a:rPr>
              <a:t>https://pmc.ncbi.nlm.nih.gov/articles/PMC6953756/#:~:text=Type%201%20diabetes%20is%20commonly,receive%20the%20required%20insulin4.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Diabetes in America: Prevalence, Statistics, and Economic Impact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54" name="Google Shape;1154;p39"/>
          <p:cNvSpPr txBox="1"/>
          <p:nvPr>
            <p:ph type="title"/>
          </p:nvPr>
        </p:nvSpPr>
        <p:spPr>
          <a:xfrm>
            <a:off x="720000" y="5135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Future Research &amp; Resources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155" name="Google Shape;1155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7710234" y="816725"/>
            <a:ext cx="1362016" cy="359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0"/>
          <p:cNvSpPr txBox="1"/>
          <p:nvPr>
            <p:ph type="title"/>
          </p:nvPr>
        </p:nvSpPr>
        <p:spPr>
          <a:xfrm>
            <a:off x="3731975" y="535000"/>
            <a:ext cx="44481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161" name="Google Shape;1161;p40"/>
          <p:cNvSpPr txBox="1"/>
          <p:nvPr>
            <p:ph idx="1" type="subTitle"/>
          </p:nvPr>
        </p:nvSpPr>
        <p:spPr>
          <a:xfrm>
            <a:off x="4560475" y="4361725"/>
            <a:ext cx="3317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jalla One"/>
                <a:ea typeface="Fjalla One"/>
                <a:cs typeface="Fjalla One"/>
                <a:sym typeface="Fjalla One"/>
              </a:rPr>
              <a:t>Do you have any questions?</a:t>
            </a:r>
            <a:endParaRPr b="1" sz="2000"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2" name="Google Shape;1162;p40"/>
          <p:cNvGrpSpPr/>
          <p:nvPr/>
        </p:nvGrpSpPr>
        <p:grpSpPr>
          <a:xfrm>
            <a:off x="1812668" y="815044"/>
            <a:ext cx="269399" cy="256048"/>
            <a:chOff x="1406075" y="3845750"/>
            <a:chExt cx="415675" cy="395075"/>
          </a:xfrm>
        </p:grpSpPr>
        <p:sp>
          <p:nvSpPr>
            <p:cNvPr id="1163" name="Google Shape;1163;p4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6" name="Google Shape;1166;p40"/>
          <p:cNvGrpSpPr/>
          <p:nvPr/>
        </p:nvGrpSpPr>
        <p:grpSpPr>
          <a:xfrm>
            <a:off x="2121018" y="2106332"/>
            <a:ext cx="269399" cy="256048"/>
            <a:chOff x="1406075" y="3845750"/>
            <a:chExt cx="415675" cy="395075"/>
          </a:xfrm>
        </p:grpSpPr>
        <p:sp>
          <p:nvSpPr>
            <p:cNvPr id="1167" name="Google Shape;1167;p4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40"/>
          <p:cNvGrpSpPr/>
          <p:nvPr/>
        </p:nvGrpSpPr>
        <p:grpSpPr>
          <a:xfrm>
            <a:off x="7877868" y="2756432"/>
            <a:ext cx="269399" cy="256048"/>
            <a:chOff x="1406075" y="3845750"/>
            <a:chExt cx="415675" cy="395075"/>
          </a:xfrm>
        </p:grpSpPr>
        <p:sp>
          <p:nvSpPr>
            <p:cNvPr id="1171" name="Google Shape;1171;p4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4" name="Google Shape;1174;p40"/>
          <p:cNvGrpSpPr/>
          <p:nvPr/>
        </p:nvGrpSpPr>
        <p:grpSpPr>
          <a:xfrm>
            <a:off x="3381668" y="2054532"/>
            <a:ext cx="269399" cy="256048"/>
            <a:chOff x="1406075" y="3845750"/>
            <a:chExt cx="415675" cy="395075"/>
          </a:xfrm>
        </p:grpSpPr>
        <p:sp>
          <p:nvSpPr>
            <p:cNvPr id="1175" name="Google Shape;1175;p40"/>
            <p:cNvSpPr/>
            <p:nvPr/>
          </p:nvSpPr>
          <p:spPr>
            <a:xfrm>
              <a:off x="1406075" y="3845750"/>
              <a:ext cx="415675" cy="395075"/>
            </a:xfrm>
            <a:custGeom>
              <a:rect b="b" l="l" r="r" t="t"/>
              <a:pathLst>
                <a:path extrusionOk="0" h="15803" w="16627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1577050" y="3925875"/>
              <a:ext cx="72975" cy="234075"/>
            </a:xfrm>
            <a:custGeom>
              <a:rect b="b" l="l" r="r" t="t"/>
              <a:pathLst>
                <a:path extrusionOk="0" h="9363" w="2919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1496500" y="4005675"/>
              <a:ext cx="234075" cy="73725"/>
            </a:xfrm>
            <a:custGeom>
              <a:rect b="b" l="l" r="r" t="t"/>
              <a:pathLst>
                <a:path extrusionOk="0" h="2949" w="9363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40"/>
          <p:cNvGrpSpPr/>
          <p:nvPr/>
        </p:nvGrpSpPr>
        <p:grpSpPr>
          <a:xfrm>
            <a:off x="288649" y="662987"/>
            <a:ext cx="3317459" cy="3497982"/>
            <a:chOff x="288649" y="662987"/>
            <a:chExt cx="3317459" cy="3497982"/>
          </a:xfrm>
        </p:grpSpPr>
        <p:grpSp>
          <p:nvGrpSpPr>
            <p:cNvPr id="1179" name="Google Shape;1179;p40"/>
            <p:cNvGrpSpPr/>
            <p:nvPr/>
          </p:nvGrpSpPr>
          <p:grpSpPr>
            <a:xfrm>
              <a:off x="288649" y="662987"/>
              <a:ext cx="3317459" cy="3497982"/>
              <a:chOff x="288649" y="662987"/>
              <a:chExt cx="3317459" cy="3497982"/>
            </a:xfrm>
          </p:grpSpPr>
          <p:grpSp>
            <p:nvGrpSpPr>
              <p:cNvPr id="1180" name="Google Shape;1180;p40"/>
              <p:cNvGrpSpPr/>
              <p:nvPr/>
            </p:nvGrpSpPr>
            <p:grpSpPr>
              <a:xfrm>
                <a:off x="288649" y="662987"/>
                <a:ext cx="3317459" cy="3497982"/>
                <a:chOff x="4659400" y="1161800"/>
                <a:chExt cx="1250550" cy="1318600"/>
              </a:xfrm>
            </p:grpSpPr>
            <p:sp>
              <p:nvSpPr>
                <p:cNvPr id="1181" name="Google Shape;1181;p40"/>
                <p:cNvSpPr/>
                <p:nvPr/>
              </p:nvSpPr>
              <p:spPr>
                <a:xfrm>
                  <a:off x="4666775" y="1814000"/>
                  <a:ext cx="1243175" cy="666400"/>
                </a:xfrm>
                <a:custGeom>
                  <a:rect b="b" l="l" r="r" t="t"/>
                  <a:pathLst>
                    <a:path extrusionOk="0" h="26656" w="49727">
                      <a:moveTo>
                        <a:pt x="17488" y="0"/>
                      </a:moveTo>
                      <a:lnTo>
                        <a:pt x="4142" y="7727"/>
                      </a:lnTo>
                      <a:lnTo>
                        <a:pt x="9761" y="10980"/>
                      </a:lnTo>
                      <a:lnTo>
                        <a:pt x="1" y="16600"/>
                      </a:lnTo>
                      <a:lnTo>
                        <a:pt x="17636" y="26656"/>
                      </a:lnTo>
                      <a:lnTo>
                        <a:pt x="27248" y="21110"/>
                      </a:lnTo>
                      <a:lnTo>
                        <a:pt x="36380" y="26397"/>
                      </a:lnTo>
                      <a:lnTo>
                        <a:pt x="49726" y="18670"/>
                      </a:lnTo>
                      <a:lnTo>
                        <a:pt x="1748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2" name="Google Shape;1182;p40"/>
                <p:cNvSpPr/>
                <p:nvPr/>
              </p:nvSpPr>
              <p:spPr>
                <a:xfrm>
                  <a:off x="5540225" y="1512675"/>
                  <a:ext cx="166375" cy="271750"/>
                </a:xfrm>
                <a:custGeom>
                  <a:rect b="b" l="l" r="r" t="t"/>
                  <a:pathLst>
                    <a:path extrusionOk="0" h="10870" w="6655">
                      <a:moveTo>
                        <a:pt x="5176" y="1"/>
                      </a:moveTo>
                      <a:cubicBezTo>
                        <a:pt x="5176" y="1"/>
                        <a:pt x="5102" y="3883"/>
                        <a:pt x="5102" y="4696"/>
                      </a:cubicBezTo>
                      <a:cubicBezTo>
                        <a:pt x="5102" y="5583"/>
                        <a:pt x="5250" y="7395"/>
                        <a:pt x="3697" y="8023"/>
                      </a:cubicBezTo>
                      <a:cubicBezTo>
                        <a:pt x="2181" y="8689"/>
                        <a:pt x="0" y="9502"/>
                        <a:pt x="0" y="9502"/>
                      </a:cubicBezTo>
                      <a:lnTo>
                        <a:pt x="2034" y="10870"/>
                      </a:lnTo>
                      <a:cubicBezTo>
                        <a:pt x="2034" y="10870"/>
                        <a:pt x="4141" y="9983"/>
                        <a:pt x="5176" y="9280"/>
                      </a:cubicBezTo>
                      <a:cubicBezTo>
                        <a:pt x="6655" y="8356"/>
                        <a:pt x="6544" y="5879"/>
                        <a:pt x="6544" y="4252"/>
                      </a:cubicBezTo>
                      <a:cubicBezTo>
                        <a:pt x="6544" y="2626"/>
                        <a:pt x="6248" y="555"/>
                        <a:pt x="6248" y="555"/>
                      </a:cubicBezTo>
                      <a:lnTo>
                        <a:pt x="51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3" name="Google Shape;1183;p40"/>
                <p:cNvSpPr/>
                <p:nvPr/>
              </p:nvSpPr>
              <p:spPr>
                <a:xfrm>
                  <a:off x="5415450" y="1674425"/>
                  <a:ext cx="247725" cy="131275"/>
                </a:xfrm>
                <a:custGeom>
                  <a:rect b="b" l="l" r="r" t="t"/>
                  <a:pathLst>
                    <a:path extrusionOk="0" h="5251" w="9909">
                      <a:moveTo>
                        <a:pt x="4954" y="0"/>
                      </a:moveTo>
                      <a:cubicBezTo>
                        <a:pt x="2218" y="0"/>
                        <a:pt x="0" y="1184"/>
                        <a:pt x="0" y="2625"/>
                      </a:cubicBezTo>
                      <a:cubicBezTo>
                        <a:pt x="0" y="4104"/>
                        <a:pt x="2218" y="5250"/>
                        <a:pt x="4954" y="5250"/>
                      </a:cubicBezTo>
                      <a:cubicBezTo>
                        <a:pt x="7690" y="5250"/>
                        <a:pt x="9908" y="4067"/>
                        <a:pt x="9908" y="2625"/>
                      </a:cubicBezTo>
                      <a:cubicBezTo>
                        <a:pt x="9908" y="1184"/>
                        <a:pt x="7690" y="0"/>
                        <a:pt x="4954" y="0"/>
                      </a:cubicBezTo>
                      <a:close/>
                    </a:path>
                  </a:pathLst>
                </a:custGeom>
                <a:solidFill>
                  <a:srgbClr val="DF3F3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40"/>
                <p:cNvSpPr/>
                <p:nvPr/>
              </p:nvSpPr>
              <p:spPr>
                <a:xfrm>
                  <a:off x="5417300" y="1698450"/>
                  <a:ext cx="245875" cy="41625"/>
                </a:xfrm>
                <a:custGeom>
                  <a:rect b="b" l="l" r="r" t="t"/>
                  <a:pathLst>
                    <a:path extrusionOk="0" h="1665" w="9835">
                      <a:moveTo>
                        <a:pt x="222" y="1"/>
                      </a:moveTo>
                      <a:lnTo>
                        <a:pt x="0" y="1664"/>
                      </a:lnTo>
                      <a:lnTo>
                        <a:pt x="9834" y="1664"/>
                      </a:lnTo>
                      <a:lnTo>
                        <a:pt x="961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5" name="Google Shape;1185;p40"/>
                <p:cNvSpPr/>
                <p:nvPr/>
              </p:nvSpPr>
              <p:spPr>
                <a:xfrm>
                  <a:off x="5420050" y="1645775"/>
                  <a:ext cx="238500" cy="126650"/>
                </a:xfrm>
                <a:custGeom>
                  <a:rect b="b" l="l" r="r" t="t"/>
                  <a:pathLst>
                    <a:path extrusionOk="0" h="5066" w="9540">
                      <a:moveTo>
                        <a:pt x="4770" y="0"/>
                      </a:moveTo>
                      <a:cubicBezTo>
                        <a:pt x="2145" y="0"/>
                        <a:pt x="1" y="1146"/>
                        <a:pt x="1" y="2514"/>
                      </a:cubicBezTo>
                      <a:cubicBezTo>
                        <a:pt x="1" y="3956"/>
                        <a:pt x="2145" y="5065"/>
                        <a:pt x="4770" y="5065"/>
                      </a:cubicBezTo>
                      <a:cubicBezTo>
                        <a:pt x="7395" y="5065"/>
                        <a:pt x="9539" y="3919"/>
                        <a:pt x="9539" y="2514"/>
                      </a:cubicBezTo>
                      <a:cubicBezTo>
                        <a:pt x="9539" y="1146"/>
                        <a:pt x="7395" y="0"/>
                        <a:pt x="47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p40"/>
                <p:cNvSpPr/>
                <p:nvPr/>
              </p:nvSpPr>
              <p:spPr>
                <a:xfrm>
                  <a:off x="5617850" y="1365600"/>
                  <a:ext cx="171950" cy="300525"/>
                </a:xfrm>
                <a:custGeom>
                  <a:rect b="b" l="l" r="r" t="t"/>
                  <a:pathLst>
                    <a:path extrusionOk="0" h="12021" w="6878">
                      <a:moveTo>
                        <a:pt x="1652" y="0"/>
                      </a:moveTo>
                      <a:cubicBezTo>
                        <a:pt x="692" y="0"/>
                        <a:pt x="1" y="891"/>
                        <a:pt x="1" y="2371"/>
                      </a:cubicBezTo>
                      <a:lnTo>
                        <a:pt x="1" y="8065"/>
                      </a:lnTo>
                      <a:lnTo>
                        <a:pt x="6877" y="12021"/>
                      </a:lnTo>
                      <a:lnTo>
                        <a:pt x="6877" y="6327"/>
                      </a:lnTo>
                      <a:cubicBezTo>
                        <a:pt x="6877" y="4368"/>
                        <a:pt x="5694" y="2039"/>
                        <a:pt x="4178" y="1151"/>
                      </a:cubicBezTo>
                      <a:lnTo>
                        <a:pt x="2737" y="338"/>
                      </a:lnTo>
                      <a:cubicBezTo>
                        <a:pt x="2354" y="109"/>
                        <a:pt x="1987" y="0"/>
                        <a:pt x="165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40"/>
                <p:cNvSpPr/>
                <p:nvPr/>
              </p:nvSpPr>
              <p:spPr>
                <a:xfrm>
                  <a:off x="5590125" y="1381825"/>
                  <a:ext cx="171950" cy="300950"/>
                </a:xfrm>
                <a:custGeom>
                  <a:rect b="b" l="l" r="r" t="t"/>
                  <a:pathLst>
                    <a:path extrusionOk="0" h="12038" w="6878">
                      <a:moveTo>
                        <a:pt x="1674" y="1"/>
                      </a:moveTo>
                      <a:cubicBezTo>
                        <a:pt x="702" y="1"/>
                        <a:pt x="1" y="887"/>
                        <a:pt x="1" y="2351"/>
                      </a:cubicBezTo>
                      <a:lnTo>
                        <a:pt x="1" y="8044"/>
                      </a:lnTo>
                      <a:lnTo>
                        <a:pt x="6877" y="12037"/>
                      </a:lnTo>
                      <a:lnTo>
                        <a:pt x="6877" y="6344"/>
                      </a:lnTo>
                      <a:cubicBezTo>
                        <a:pt x="6877" y="4347"/>
                        <a:pt x="5694" y="2055"/>
                        <a:pt x="4178" y="1168"/>
                      </a:cubicBezTo>
                      <a:lnTo>
                        <a:pt x="2736" y="318"/>
                      </a:lnTo>
                      <a:cubicBezTo>
                        <a:pt x="2362" y="102"/>
                        <a:pt x="2003" y="1"/>
                        <a:pt x="167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40"/>
                <p:cNvSpPr/>
                <p:nvPr/>
              </p:nvSpPr>
              <p:spPr>
                <a:xfrm>
                  <a:off x="5229700" y="2038575"/>
                  <a:ext cx="133075" cy="109400"/>
                </a:xfrm>
                <a:custGeom>
                  <a:rect b="b" l="l" r="r" t="t"/>
                  <a:pathLst>
                    <a:path extrusionOk="0" h="4376" w="5323">
                      <a:moveTo>
                        <a:pt x="4805" y="1"/>
                      </a:moveTo>
                      <a:cubicBezTo>
                        <a:pt x="4805" y="1"/>
                        <a:pt x="4657" y="445"/>
                        <a:pt x="3881" y="851"/>
                      </a:cubicBezTo>
                      <a:cubicBezTo>
                        <a:pt x="3762" y="946"/>
                        <a:pt x="3628" y="984"/>
                        <a:pt x="3491" y="984"/>
                      </a:cubicBezTo>
                      <a:cubicBezTo>
                        <a:pt x="2987" y="984"/>
                        <a:pt x="2439" y="482"/>
                        <a:pt x="2439" y="482"/>
                      </a:cubicBezTo>
                      <a:cubicBezTo>
                        <a:pt x="2439" y="482"/>
                        <a:pt x="1774" y="1480"/>
                        <a:pt x="1219" y="2108"/>
                      </a:cubicBezTo>
                      <a:cubicBezTo>
                        <a:pt x="517" y="2848"/>
                        <a:pt x="221" y="3033"/>
                        <a:pt x="110" y="3439"/>
                      </a:cubicBezTo>
                      <a:cubicBezTo>
                        <a:pt x="1" y="3767"/>
                        <a:pt x="375" y="4376"/>
                        <a:pt x="1098" y="4376"/>
                      </a:cubicBezTo>
                      <a:cubicBezTo>
                        <a:pt x="1355" y="4376"/>
                        <a:pt x="1656" y="4299"/>
                        <a:pt x="1995" y="4105"/>
                      </a:cubicBezTo>
                      <a:cubicBezTo>
                        <a:pt x="3289" y="3365"/>
                        <a:pt x="3511" y="3143"/>
                        <a:pt x="3992" y="2700"/>
                      </a:cubicBezTo>
                      <a:cubicBezTo>
                        <a:pt x="4546" y="2219"/>
                        <a:pt x="5138" y="1849"/>
                        <a:pt x="5212" y="1036"/>
                      </a:cubicBezTo>
                      <a:cubicBezTo>
                        <a:pt x="5323" y="408"/>
                        <a:pt x="4805" y="1"/>
                        <a:pt x="480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40"/>
                <p:cNvSpPr/>
                <p:nvPr/>
              </p:nvSpPr>
              <p:spPr>
                <a:xfrm>
                  <a:off x="5229675" y="2059850"/>
                  <a:ext cx="142350" cy="92425"/>
                </a:xfrm>
                <a:custGeom>
                  <a:rect b="b" l="l" r="r" t="t"/>
                  <a:pathLst>
                    <a:path extrusionOk="0" h="3697" w="5694">
                      <a:moveTo>
                        <a:pt x="5287" y="0"/>
                      </a:moveTo>
                      <a:cubicBezTo>
                        <a:pt x="5287" y="0"/>
                        <a:pt x="4991" y="296"/>
                        <a:pt x="4732" y="814"/>
                      </a:cubicBezTo>
                      <a:cubicBezTo>
                        <a:pt x="4437" y="1368"/>
                        <a:pt x="4030" y="1812"/>
                        <a:pt x="3290" y="2329"/>
                      </a:cubicBezTo>
                      <a:cubicBezTo>
                        <a:pt x="2671" y="2701"/>
                        <a:pt x="2052" y="3332"/>
                        <a:pt x="1433" y="3332"/>
                      </a:cubicBezTo>
                      <a:cubicBezTo>
                        <a:pt x="1313" y="3332"/>
                        <a:pt x="1192" y="3308"/>
                        <a:pt x="1072" y="3254"/>
                      </a:cubicBezTo>
                      <a:cubicBezTo>
                        <a:pt x="961" y="3217"/>
                        <a:pt x="111" y="2662"/>
                        <a:pt x="111" y="2662"/>
                      </a:cubicBezTo>
                      <a:lnTo>
                        <a:pt x="111" y="2662"/>
                      </a:lnTo>
                      <a:cubicBezTo>
                        <a:pt x="0" y="2958"/>
                        <a:pt x="37" y="3143"/>
                        <a:pt x="185" y="3402"/>
                      </a:cubicBezTo>
                      <a:cubicBezTo>
                        <a:pt x="408" y="3615"/>
                        <a:pt x="675" y="3696"/>
                        <a:pt x="951" y="3696"/>
                      </a:cubicBezTo>
                      <a:cubicBezTo>
                        <a:pt x="1728" y="3696"/>
                        <a:pt x="2582" y="3057"/>
                        <a:pt x="2773" y="2921"/>
                      </a:cubicBezTo>
                      <a:cubicBezTo>
                        <a:pt x="3143" y="2736"/>
                        <a:pt x="4363" y="1849"/>
                        <a:pt x="5102" y="1405"/>
                      </a:cubicBezTo>
                      <a:cubicBezTo>
                        <a:pt x="5693" y="1035"/>
                        <a:pt x="5287" y="0"/>
                        <a:pt x="5287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40"/>
                <p:cNvSpPr/>
                <p:nvPr/>
              </p:nvSpPr>
              <p:spPr>
                <a:xfrm>
                  <a:off x="5273100" y="2068175"/>
                  <a:ext cx="32375" cy="30525"/>
                </a:xfrm>
                <a:custGeom>
                  <a:rect b="b" l="l" r="r" t="t"/>
                  <a:pathLst>
                    <a:path extrusionOk="0" h="1221" w="1295">
                      <a:moveTo>
                        <a:pt x="259" y="0"/>
                      </a:moveTo>
                      <a:lnTo>
                        <a:pt x="1" y="296"/>
                      </a:lnTo>
                      <a:cubicBezTo>
                        <a:pt x="1" y="296"/>
                        <a:pt x="296" y="407"/>
                        <a:pt x="370" y="518"/>
                      </a:cubicBezTo>
                      <a:cubicBezTo>
                        <a:pt x="555" y="739"/>
                        <a:pt x="1036" y="1220"/>
                        <a:pt x="1036" y="1220"/>
                      </a:cubicBezTo>
                      <a:lnTo>
                        <a:pt x="1295" y="1035"/>
                      </a:lnTo>
                      <a:cubicBezTo>
                        <a:pt x="1295" y="1035"/>
                        <a:pt x="1184" y="776"/>
                        <a:pt x="888" y="518"/>
                      </a:cubicBezTo>
                      <a:cubicBezTo>
                        <a:pt x="592" y="148"/>
                        <a:pt x="259" y="0"/>
                        <a:pt x="259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40"/>
                <p:cNvSpPr/>
                <p:nvPr/>
              </p:nvSpPr>
              <p:spPr>
                <a:xfrm>
                  <a:off x="5261100" y="2082950"/>
                  <a:ext cx="31450" cy="30525"/>
                </a:xfrm>
                <a:custGeom>
                  <a:rect b="b" l="l" r="r" t="t"/>
                  <a:pathLst>
                    <a:path extrusionOk="0" h="1221" w="1258">
                      <a:moveTo>
                        <a:pt x="222" y="1"/>
                      </a:moveTo>
                      <a:lnTo>
                        <a:pt x="0" y="296"/>
                      </a:lnTo>
                      <a:cubicBezTo>
                        <a:pt x="0" y="296"/>
                        <a:pt x="333" y="481"/>
                        <a:pt x="407" y="555"/>
                      </a:cubicBezTo>
                      <a:cubicBezTo>
                        <a:pt x="629" y="777"/>
                        <a:pt x="998" y="1221"/>
                        <a:pt x="998" y="1221"/>
                      </a:cubicBezTo>
                      <a:lnTo>
                        <a:pt x="1257" y="925"/>
                      </a:lnTo>
                      <a:cubicBezTo>
                        <a:pt x="1257" y="925"/>
                        <a:pt x="1183" y="777"/>
                        <a:pt x="924" y="518"/>
                      </a:cubicBezTo>
                      <a:cubicBezTo>
                        <a:pt x="592" y="148"/>
                        <a:pt x="222" y="1"/>
                        <a:pt x="222" y="1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40"/>
                <p:cNvSpPr/>
                <p:nvPr/>
              </p:nvSpPr>
              <p:spPr>
                <a:xfrm>
                  <a:off x="5360950" y="2099600"/>
                  <a:ext cx="133075" cy="109400"/>
                </a:xfrm>
                <a:custGeom>
                  <a:rect b="b" l="l" r="r" t="t"/>
                  <a:pathLst>
                    <a:path extrusionOk="0" h="4376" w="5323">
                      <a:moveTo>
                        <a:pt x="4842" y="0"/>
                      </a:moveTo>
                      <a:cubicBezTo>
                        <a:pt x="4842" y="0"/>
                        <a:pt x="4694" y="444"/>
                        <a:pt x="3918" y="887"/>
                      </a:cubicBezTo>
                      <a:cubicBezTo>
                        <a:pt x="3792" y="969"/>
                        <a:pt x="3659" y="1001"/>
                        <a:pt x="3526" y="1001"/>
                      </a:cubicBezTo>
                      <a:cubicBezTo>
                        <a:pt x="2996" y="1001"/>
                        <a:pt x="2476" y="481"/>
                        <a:pt x="2476" y="481"/>
                      </a:cubicBezTo>
                      <a:cubicBezTo>
                        <a:pt x="2476" y="481"/>
                        <a:pt x="1773" y="1479"/>
                        <a:pt x="1219" y="2107"/>
                      </a:cubicBezTo>
                      <a:cubicBezTo>
                        <a:pt x="516" y="2847"/>
                        <a:pt x="258" y="3032"/>
                        <a:pt x="110" y="3475"/>
                      </a:cubicBezTo>
                      <a:cubicBezTo>
                        <a:pt x="1" y="3775"/>
                        <a:pt x="373" y="4375"/>
                        <a:pt x="1094" y="4375"/>
                      </a:cubicBezTo>
                      <a:cubicBezTo>
                        <a:pt x="1352" y="4375"/>
                        <a:pt x="1654" y="4299"/>
                        <a:pt x="1995" y="4104"/>
                      </a:cubicBezTo>
                      <a:cubicBezTo>
                        <a:pt x="3289" y="3364"/>
                        <a:pt x="3548" y="3143"/>
                        <a:pt x="3992" y="2736"/>
                      </a:cubicBezTo>
                      <a:cubicBezTo>
                        <a:pt x="4546" y="2218"/>
                        <a:pt x="5138" y="1849"/>
                        <a:pt x="5249" y="1072"/>
                      </a:cubicBezTo>
                      <a:cubicBezTo>
                        <a:pt x="5323" y="407"/>
                        <a:pt x="4842" y="0"/>
                        <a:pt x="484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40"/>
                <p:cNvSpPr/>
                <p:nvPr/>
              </p:nvSpPr>
              <p:spPr>
                <a:xfrm>
                  <a:off x="5359975" y="2121775"/>
                  <a:ext cx="142375" cy="91500"/>
                </a:xfrm>
                <a:custGeom>
                  <a:rect b="b" l="l" r="r" t="t"/>
                  <a:pathLst>
                    <a:path extrusionOk="0" h="3660" w="5695">
                      <a:moveTo>
                        <a:pt x="5288" y="0"/>
                      </a:moveTo>
                      <a:lnTo>
                        <a:pt x="5288" y="0"/>
                      </a:lnTo>
                      <a:cubicBezTo>
                        <a:pt x="5288" y="0"/>
                        <a:pt x="4992" y="259"/>
                        <a:pt x="4733" y="777"/>
                      </a:cubicBezTo>
                      <a:cubicBezTo>
                        <a:pt x="4437" y="1331"/>
                        <a:pt x="4031" y="1775"/>
                        <a:pt x="3291" y="2293"/>
                      </a:cubicBezTo>
                      <a:cubicBezTo>
                        <a:pt x="2676" y="2692"/>
                        <a:pt x="2061" y="3297"/>
                        <a:pt x="1445" y="3297"/>
                      </a:cubicBezTo>
                      <a:cubicBezTo>
                        <a:pt x="1321" y="3297"/>
                        <a:pt x="1197" y="3273"/>
                        <a:pt x="1073" y="3217"/>
                      </a:cubicBezTo>
                      <a:cubicBezTo>
                        <a:pt x="999" y="3180"/>
                        <a:pt x="112" y="2625"/>
                        <a:pt x="112" y="2625"/>
                      </a:cubicBezTo>
                      <a:lnTo>
                        <a:pt x="112" y="2625"/>
                      </a:lnTo>
                      <a:cubicBezTo>
                        <a:pt x="1" y="2958"/>
                        <a:pt x="75" y="3143"/>
                        <a:pt x="186" y="3365"/>
                      </a:cubicBezTo>
                      <a:cubicBezTo>
                        <a:pt x="409" y="3578"/>
                        <a:pt x="676" y="3659"/>
                        <a:pt x="952" y="3659"/>
                      </a:cubicBezTo>
                      <a:cubicBezTo>
                        <a:pt x="1729" y="3659"/>
                        <a:pt x="2583" y="3020"/>
                        <a:pt x="2774" y="2884"/>
                      </a:cubicBezTo>
                      <a:cubicBezTo>
                        <a:pt x="3143" y="2699"/>
                        <a:pt x="4363" y="1849"/>
                        <a:pt x="5103" y="1368"/>
                      </a:cubicBezTo>
                      <a:cubicBezTo>
                        <a:pt x="5694" y="999"/>
                        <a:pt x="5288" y="0"/>
                        <a:pt x="5288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p40"/>
                <p:cNvSpPr/>
                <p:nvPr/>
              </p:nvSpPr>
              <p:spPr>
                <a:xfrm>
                  <a:off x="5404350" y="2129175"/>
                  <a:ext cx="32375" cy="30525"/>
                </a:xfrm>
                <a:custGeom>
                  <a:rect b="b" l="l" r="r" t="t"/>
                  <a:pathLst>
                    <a:path extrusionOk="0" h="1221" w="1295">
                      <a:moveTo>
                        <a:pt x="222" y="0"/>
                      </a:moveTo>
                      <a:lnTo>
                        <a:pt x="0" y="296"/>
                      </a:lnTo>
                      <a:cubicBezTo>
                        <a:pt x="0" y="296"/>
                        <a:pt x="259" y="444"/>
                        <a:pt x="370" y="518"/>
                      </a:cubicBezTo>
                      <a:cubicBezTo>
                        <a:pt x="555" y="739"/>
                        <a:pt x="999" y="1220"/>
                        <a:pt x="999" y="1220"/>
                      </a:cubicBezTo>
                      <a:lnTo>
                        <a:pt x="1294" y="1035"/>
                      </a:lnTo>
                      <a:cubicBezTo>
                        <a:pt x="1294" y="1035"/>
                        <a:pt x="1147" y="776"/>
                        <a:pt x="888" y="518"/>
                      </a:cubicBezTo>
                      <a:cubicBezTo>
                        <a:pt x="555" y="148"/>
                        <a:pt x="222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40"/>
                <p:cNvSpPr/>
                <p:nvPr/>
              </p:nvSpPr>
              <p:spPr>
                <a:xfrm>
                  <a:off x="5391400" y="2144875"/>
                  <a:ext cx="31450" cy="29600"/>
                </a:xfrm>
                <a:custGeom>
                  <a:rect b="b" l="l" r="r" t="t"/>
                  <a:pathLst>
                    <a:path extrusionOk="0" h="1184" w="1258">
                      <a:moveTo>
                        <a:pt x="223" y="1"/>
                      </a:moveTo>
                      <a:lnTo>
                        <a:pt x="1" y="259"/>
                      </a:lnTo>
                      <a:cubicBezTo>
                        <a:pt x="1" y="259"/>
                        <a:pt x="334" y="444"/>
                        <a:pt x="408" y="555"/>
                      </a:cubicBezTo>
                      <a:cubicBezTo>
                        <a:pt x="666" y="777"/>
                        <a:pt x="1036" y="1184"/>
                        <a:pt x="1036" y="1184"/>
                      </a:cubicBezTo>
                      <a:lnTo>
                        <a:pt x="1258" y="925"/>
                      </a:lnTo>
                      <a:cubicBezTo>
                        <a:pt x="1258" y="925"/>
                        <a:pt x="1221" y="777"/>
                        <a:pt x="925" y="481"/>
                      </a:cubicBezTo>
                      <a:cubicBezTo>
                        <a:pt x="592" y="111"/>
                        <a:pt x="223" y="1"/>
                        <a:pt x="223" y="1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40"/>
                <p:cNvSpPr/>
                <p:nvPr/>
              </p:nvSpPr>
              <p:spPr>
                <a:xfrm>
                  <a:off x="5349825" y="1323200"/>
                  <a:ext cx="127575" cy="188575"/>
                </a:xfrm>
                <a:custGeom>
                  <a:rect b="b" l="l" r="r" t="t"/>
                  <a:pathLst>
                    <a:path extrusionOk="0" h="7543" w="5103">
                      <a:moveTo>
                        <a:pt x="4552" y="1"/>
                      </a:moveTo>
                      <a:cubicBezTo>
                        <a:pt x="4243" y="1"/>
                        <a:pt x="3827" y="75"/>
                        <a:pt x="3365" y="370"/>
                      </a:cubicBezTo>
                      <a:cubicBezTo>
                        <a:pt x="2588" y="888"/>
                        <a:pt x="518" y="4770"/>
                        <a:pt x="111" y="5879"/>
                      </a:cubicBezTo>
                      <a:cubicBezTo>
                        <a:pt x="0" y="6323"/>
                        <a:pt x="924" y="5953"/>
                        <a:pt x="1035" y="6434"/>
                      </a:cubicBezTo>
                      <a:cubicBezTo>
                        <a:pt x="1109" y="6803"/>
                        <a:pt x="1405" y="7358"/>
                        <a:pt x="1812" y="7543"/>
                      </a:cubicBezTo>
                      <a:cubicBezTo>
                        <a:pt x="2551" y="6655"/>
                        <a:pt x="3254" y="5509"/>
                        <a:pt x="3254" y="5509"/>
                      </a:cubicBezTo>
                      <a:lnTo>
                        <a:pt x="5102" y="75"/>
                      </a:lnTo>
                      <a:cubicBezTo>
                        <a:pt x="5065" y="75"/>
                        <a:pt x="4862" y="1"/>
                        <a:pt x="45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40"/>
                <p:cNvSpPr/>
                <p:nvPr/>
              </p:nvSpPr>
              <p:spPr>
                <a:xfrm>
                  <a:off x="5408975" y="1309800"/>
                  <a:ext cx="235700" cy="403475"/>
                </a:xfrm>
                <a:custGeom>
                  <a:rect b="b" l="l" r="r" t="t"/>
                  <a:pathLst>
                    <a:path extrusionOk="0" h="16139" w="9428">
                      <a:moveTo>
                        <a:pt x="2293" y="1"/>
                      </a:moveTo>
                      <a:cubicBezTo>
                        <a:pt x="2034" y="445"/>
                        <a:pt x="1479" y="1591"/>
                        <a:pt x="1146" y="2034"/>
                      </a:cubicBezTo>
                      <a:cubicBezTo>
                        <a:pt x="814" y="2515"/>
                        <a:pt x="0" y="3883"/>
                        <a:pt x="222" y="5288"/>
                      </a:cubicBezTo>
                      <a:cubicBezTo>
                        <a:pt x="647" y="7968"/>
                        <a:pt x="639" y="13568"/>
                        <a:pt x="605" y="14241"/>
                      </a:cubicBezTo>
                      <a:lnTo>
                        <a:pt x="605" y="14241"/>
                      </a:lnTo>
                      <a:cubicBezTo>
                        <a:pt x="596" y="14237"/>
                        <a:pt x="592" y="14235"/>
                        <a:pt x="592" y="14235"/>
                      </a:cubicBezTo>
                      <a:lnTo>
                        <a:pt x="592" y="14235"/>
                      </a:lnTo>
                      <a:cubicBezTo>
                        <a:pt x="594" y="14284"/>
                        <a:pt x="596" y="14308"/>
                        <a:pt x="599" y="14308"/>
                      </a:cubicBezTo>
                      <a:cubicBezTo>
                        <a:pt x="601" y="14308"/>
                        <a:pt x="603" y="14285"/>
                        <a:pt x="605" y="14241"/>
                      </a:cubicBezTo>
                      <a:lnTo>
                        <a:pt x="605" y="14241"/>
                      </a:lnTo>
                      <a:cubicBezTo>
                        <a:pt x="827" y="14350"/>
                        <a:pt x="3742" y="15763"/>
                        <a:pt x="5768" y="16083"/>
                      </a:cubicBezTo>
                      <a:cubicBezTo>
                        <a:pt x="5989" y="16121"/>
                        <a:pt x="6198" y="16139"/>
                        <a:pt x="6396" y="16139"/>
                      </a:cubicBezTo>
                      <a:cubicBezTo>
                        <a:pt x="8706" y="16139"/>
                        <a:pt x="9428" y="13754"/>
                        <a:pt x="9428" y="13754"/>
                      </a:cubicBezTo>
                      <a:cubicBezTo>
                        <a:pt x="9428" y="13754"/>
                        <a:pt x="8134" y="8874"/>
                        <a:pt x="8023" y="7728"/>
                      </a:cubicBezTo>
                      <a:cubicBezTo>
                        <a:pt x="8023" y="7728"/>
                        <a:pt x="8022" y="7728"/>
                        <a:pt x="8022" y="7728"/>
                      </a:cubicBezTo>
                      <a:cubicBezTo>
                        <a:pt x="7956" y="7728"/>
                        <a:pt x="8461" y="4904"/>
                        <a:pt x="7616" y="2737"/>
                      </a:cubicBezTo>
                      <a:cubicBezTo>
                        <a:pt x="7358" y="2108"/>
                        <a:pt x="5139" y="999"/>
                        <a:pt x="5139" y="999"/>
                      </a:cubicBezTo>
                      <a:cubicBezTo>
                        <a:pt x="5139" y="999"/>
                        <a:pt x="4104" y="2034"/>
                        <a:pt x="3734" y="2404"/>
                      </a:cubicBezTo>
                      <a:cubicBezTo>
                        <a:pt x="3402" y="2774"/>
                        <a:pt x="2847" y="3661"/>
                        <a:pt x="2810" y="3698"/>
                      </a:cubicBezTo>
                      <a:cubicBezTo>
                        <a:pt x="2810" y="3587"/>
                        <a:pt x="2736" y="2552"/>
                        <a:pt x="2995" y="1406"/>
                      </a:cubicBezTo>
                      <a:cubicBezTo>
                        <a:pt x="3106" y="1036"/>
                        <a:pt x="2736" y="38"/>
                        <a:pt x="2736" y="38"/>
                      </a:cubicBezTo>
                      <a:cubicBezTo>
                        <a:pt x="2736" y="38"/>
                        <a:pt x="2551" y="38"/>
                        <a:pt x="229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40"/>
                <p:cNvSpPr/>
                <p:nvPr/>
              </p:nvSpPr>
              <p:spPr>
                <a:xfrm>
                  <a:off x="5450575" y="1317200"/>
                  <a:ext cx="105375" cy="124800"/>
                </a:xfrm>
                <a:custGeom>
                  <a:rect b="b" l="l" r="r" t="t"/>
                  <a:pathLst>
                    <a:path extrusionOk="0" h="4992" w="4215">
                      <a:moveTo>
                        <a:pt x="1109" y="1"/>
                      </a:moveTo>
                      <a:lnTo>
                        <a:pt x="518" y="407"/>
                      </a:lnTo>
                      <a:cubicBezTo>
                        <a:pt x="518" y="407"/>
                        <a:pt x="185" y="1812"/>
                        <a:pt x="74" y="2958"/>
                      </a:cubicBezTo>
                      <a:cubicBezTo>
                        <a:pt x="0" y="3920"/>
                        <a:pt x="370" y="4992"/>
                        <a:pt x="370" y="4992"/>
                      </a:cubicBezTo>
                      <a:cubicBezTo>
                        <a:pt x="370" y="4992"/>
                        <a:pt x="1996" y="3291"/>
                        <a:pt x="2551" y="2737"/>
                      </a:cubicBezTo>
                      <a:lnTo>
                        <a:pt x="4215" y="1073"/>
                      </a:lnTo>
                      <a:lnTo>
                        <a:pt x="3549" y="740"/>
                      </a:lnTo>
                      <a:cubicBezTo>
                        <a:pt x="3549" y="740"/>
                        <a:pt x="2662" y="1332"/>
                        <a:pt x="2033" y="2071"/>
                      </a:cubicBezTo>
                      <a:cubicBezTo>
                        <a:pt x="1701" y="2404"/>
                        <a:pt x="702" y="3735"/>
                        <a:pt x="702" y="3735"/>
                      </a:cubicBezTo>
                      <a:cubicBezTo>
                        <a:pt x="702" y="3735"/>
                        <a:pt x="776" y="2737"/>
                        <a:pt x="924" y="1849"/>
                      </a:cubicBezTo>
                      <a:cubicBezTo>
                        <a:pt x="998" y="1073"/>
                        <a:pt x="1109" y="1"/>
                        <a:pt x="1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40"/>
                <p:cNvSpPr/>
                <p:nvPr/>
              </p:nvSpPr>
              <p:spPr>
                <a:xfrm>
                  <a:off x="5491225" y="1422575"/>
                  <a:ext cx="51800" cy="24975"/>
                </a:xfrm>
                <a:custGeom>
                  <a:rect b="b" l="l" r="r" t="t"/>
                  <a:pathLst>
                    <a:path extrusionOk="0" h="999" w="2072">
                      <a:moveTo>
                        <a:pt x="112" y="0"/>
                      </a:moveTo>
                      <a:lnTo>
                        <a:pt x="1" y="444"/>
                      </a:lnTo>
                      <a:lnTo>
                        <a:pt x="1923" y="999"/>
                      </a:lnTo>
                      <a:lnTo>
                        <a:pt x="2071" y="55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40"/>
                <p:cNvSpPr/>
                <p:nvPr/>
              </p:nvSpPr>
              <p:spPr>
                <a:xfrm>
                  <a:off x="4842400" y="1665175"/>
                  <a:ext cx="724650" cy="546275"/>
                </a:xfrm>
                <a:custGeom>
                  <a:rect b="b" l="l" r="r" t="t"/>
                  <a:pathLst>
                    <a:path extrusionOk="0" h="21851" w="28986">
                      <a:moveTo>
                        <a:pt x="0" y="1"/>
                      </a:moveTo>
                      <a:lnTo>
                        <a:pt x="0" y="5140"/>
                      </a:lnTo>
                      <a:lnTo>
                        <a:pt x="28985" y="21850"/>
                      </a:lnTo>
                      <a:lnTo>
                        <a:pt x="28985" y="1671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40"/>
                <p:cNvSpPr/>
                <p:nvPr/>
              </p:nvSpPr>
              <p:spPr>
                <a:xfrm>
                  <a:off x="5575350" y="1924900"/>
                  <a:ext cx="273600" cy="286550"/>
                </a:xfrm>
                <a:custGeom>
                  <a:rect b="b" l="l" r="r" t="t"/>
                  <a:pathLst>
                    <a:path extrusionOk="0" h="11462" w="10944">
                      <a:moveTo>
                        <a:pt x="10943" y="1"/>
                      </a:moveTo>
                      <a:lnTo>
                        <a:pt x="0" y="6323"/>
                      </a:lnTo>
                      <a:lnTo>
                        <a:pt x="0" y="11461"/>
                      </a:lnTo>
                      <a:lnTo>
                        <a:pt x="10943" y="5139"/>
                      </a:lnTo>
                      <a:lnTo>
                        <a:pt x="10943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40"/>
                <p:cNvSpPr/>
                <p:nvPr/>
              </p:nvSpPr>
              <p:spPr>
                <a:xfrm>
                  <a:off x="5575350" y="2050600"/>
                  <a:ext cx="18500" cy="392850"/>
                </a:xfrm>
                <a:custGeom>
                  <a:rect b="b" l="l" r="r" t="t"/>
                  <a:pathLst>
                    <a:path extrusionOk="0" h="15714" w="740">
                      <a:moveTo>
                        <a:pt x="739" y="1"/>
                      </a:moveTo>
                      <a:lnTo>
                        <a:pt x="0" y="444"/>
                      </a:lnTo>
                      <a:lnTo>
                        <a:pt x="0" y="15713"/>
                      </a:lnTo>
                      <a:lnTo>
                        <a:pt x="739" y="15306"/>
                      </a:lnTo>
                      <a:lnTo>
                        <a:pt x="739" y="1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40"/>
                <p:cNvSpPr/>
                <p:nvPr/>
              </p:nvSpPr>
              <p:spPr>
                <a:xfrm>
                  <a:off x="5557775" y="2050600"/>
                  <a:ext cx="17600" cy="392850"/>
                </a:xfrm>
                <a:custGeom>
                  <a:rect b="b" l="l" r="r" t="t"/>
                  <a:pathLst>
                    <a:path extrusionOk="0" h="15714" w="704">
                      <a:moveTo>
                        <a:pt x="1" y="1"/>
                      </a:moveTo>
                      <a:lnTo>
                        <a:pt x="1" y="15306"/>
                      </a:lnTo>
                      <a:lnTo>
                        <a:pt x="703" y="15713"/>
                      </a:lnTo>
                      <a:lnTo>
                        <a:pt x="703" y="44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9494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40"/>
                <p:cNvSpPr/>
                <p:nvPr/>
              </p:nvSpPr>
              <p:spPr>
                <a:xfrm>
                  <a:off x="5845225" y="1896250"/>
                  <a:ext cx="17575" cy="392850"/>
                </a:xfrm>
                <a:custGeom>
                  <a:rect b="b" l="l" r="r" t="t"/>
                  <a:pathLst>
                    <a:path extrusionOk="0" h="15714" w="703">
                      <a:moveTo>
                        <a:pt x="703" y="0"/>
                      </a:moveTo>
                      <a:lnTo>
                        <a:pt x="1" y="407"/>
                      </a:lnTo>
                      <a:lnTo>
                        <a:pt x="1" y="15713"/>
                      </a:lnTo>
                      <a:lnTo>
                        <a:pt x="703" y="15306"/>
                      </a:lnTo>
                      <a:lnTo>
                        <a:pt x="703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40"/>
                <p:cNvSpPr/>
                <p:nvPr/>
              </p:nvSpPr>
              <p:spPr>
                <a:xfrm>
                  <a:off x="5826750" y="1896250"/>
                  <a:ext cx="18500" cy="392850"/>
                </a:xfrm>
                <a:custGeom>
                  <a:rect b="b" l="l" r="r" t="t"/>
                  <a:pathLst>
                    <a:path extrusionOk="0" h="15714" w="740">
                      <a:moveTo>
                        <a:pt x="0" y="0"/>
                      </a:moveTo>
                      <a:lnTo>
                        <a:pt x="0" y="15306"/>
                      </a:lnTo>
                      <a:lnTo>
                        <a:pt x="740" y="15713"/>
                      </a:lnTo>
                      <a:lnTo>
                        <a:pt x="740" y="4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9494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40"/>
                <p:cNvSpPr/>
                <p:nvPr/>
              </p:nvSpPr>
              <p:spPr>
                <a:xfrm>
                  <a:off x="5576275" y="1899950"/>
                  <a:ext cx="333675" cy="211675"/>
                </a:xfrm>
                <a:custGeom>
                  <a:rect b="b" l="l" r="r" t="t"/>
                  <a:pathLst>
                    <a:path extrusionOk="0" h="8467" w="13347">
                      <a:moveTo>
                        <a:pt x="13346" y="0"/>
                      </a:moveTo>
                      <a:lnTo>
                        <a:pt x="0" y="7690"/>
                      </a:lnTo>
                      <a:lnTo>
                        <a:pt x="0" y="8467"/>
                      </a:lnTo>
                      <a:lnTo>
                        <a:pt x="13346" y="777"/>
                      </a:lnTo>
                      <a:lnTo>
                        <a:pt x="13346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40"/>
                <p:cNvSpPr/>
                <p:nvPr/>
              </p:nvSpPr>
              <p:spPr>
                <a:xfrm>
                  <a:off x="4770300" y="1433200"/>
                  <a:ext cx="1139650" cy="659025"/>
                </a:xfrm>
                <a:custGeom>
                  <a:rect b="b" l="l" r="r" t="t"/>
                  <a:pathLst>
                    <a:path extrusionOk="0" h="26361" w="45586">
                      <a:moveTo>
                        <a:pt x="13347" y="0"/>
                      </a:moveTo>
                      <a:lnTo>
                        <a:pt x="1" y="7690"/>
                      </a:lnTo>
                      <a:lnTo>
                        <a:pt x="32239" y="26360"/>
                      </a:lnTo>
                      <a:lnTo>
                        <a:pt x="45585" y="18670"/>
                      </a:lnTo>
                      <a:lnTo>
                        <a:pt x="13347" y="0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40"/>
                <p:cNvSpPr/>
                <p:nvPr/>
              </p:nvSpPr>
              <p:spPr>
                <a:xfrm>
                  <a:off x="5318400" y="1639300"/>
                  <a:ext cx="127575" cy="70575"/>
                </a:xfrm>
                <a:custGeom>
                  <a:rect b="b" l="l" r="r" t="t"/>
                  <a:pathLst>
                    <a:path extrusionOk="0" h="2823" w="5103">
                      <a:moveTo>
                        <a:pt x="4732" y="1"/>
                      </a:moveTo>
                      <a:cubicBezTo>
                        <a:pt x="4732" y="1"/>
                        <a:pt x="2218" y="666"/>
                        <a:pt x="1368" y="1073"/>
                      </a:cubicBezTo>
                      <a:cubicBezTo>
                        <a:pt x="481" y="1479"/>
                        <a:pt x="0" y="2589"/>
                        <a:pt x="1405" y="2773"/>
                      </a:cubicBezTo>
                      <a:cubicBezTo>
                        <a:pt x="1614" y="2807"/>
                        <a:pt x="1814" y="2822"/>
                        <a:pt x="2007" y="2822"/>
                      </a:cubicBezTo>
                      <a:cubicBezTo>
                        <a:pt x="3718" y="2822"/>
                        <a:pt x="4751" y="1620"/>
                        <a:pt x="4917" y="1553"/>
                      </a:cubicBezTo>
                      <a:cubicBezTo>
                        <a:pt x="5102" y="1479"/>
                        <a:pt x="4732" y="1"/>
                        <a:pt x="4732" y="1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40"/>
                <p:cNvSpPr/>
                <p:nvPr/>
              </p:nvSpPr>
              <p:spPr>
                <a:xfrm>
                  <a:off x="5404350" y="1365925"/>
                  <a:ext cx="231100" cy="331175"/>
                </a:xfrm>
                <a:custGeom>
                  <a:rect b="b" l="l" r="r" t="t"/>
                  <a:pathLst>
                    <a:path extrusionOk="0" h="13247" w="9244">
                      <a:moveTo>
                        <a:pt x="7187" y="1"/>
                      </a:moveTo>
                      <a:cubicBezTo>
                        <a:pt x="6754" y="1"/>
                        <a:pt x="6096" y="728"/>
                        <a:pt x="5805" y="1342"/>
                      </a:cubicBezTo>
                      <a:cubicBezTo>
                        <a:pt x="5398" y="2156"/>
                        <a:pt x="5990" y="6444"/>
                        <a:pt x="6212" y="7812"/>
                      </a:cubicBezTo>
                      <a:cubicBezTo>
                        <a:pt x="3956" y="8995"/>
                        <a:pt x="111" y="10400"/>
                        <a:pt x="111" y="10400"/>
                      </a:cubicBezTo>
                      <a:cubicBezTo>
                        <a:pt x="111" y="10400"/>
                        <a:pt x="0" y="11583"/>
                        <a:pt x="407" y="12101"/>
                      </a:cubicBezTo>
                      <a:cubicBezTo>
                        <a:pt x="999" y="12840"/>
                        <a:pt x="1701" y="13247"/>
                        <a:pt x="1701" y="13247"/>
                      </a:cubicBezTo>
                      <a:cubicBezTo>
                        <a:pt x="1701" y="13247"/>
                        <a:pt x="5361" y="11953"/>
                        <a:pt x="7543" y="10659"/>
                      </a:cubicBezTo>
                      <a:cubicBezTo>
                        <a:pt x="9095" y="9735"/>
                        <a:pt x="9243" y="8441"/>
                        <a:pt x="9243" y="7479"/>
                      </a:cubicBezTo>
                      <a:cubicBezTo>
                        <a:pt x="9243" y="5779"/>
                        <a:pt x="9206" y="4041"/>
                        <a:pt x="8763" y="2156"/>
                      </a:cubicBezTo>
                      <a:cubicBezTo>
                        <a:pt x="8467" y="714"/>
                        <a:pt x="7912" y="344"/>
                        <a:pt x="7358" y="48"/>
                      </a:cubicBezTo>
                      <a:cubicBezTo>
                        <a:pt x="7307" y="16"/>
                        <a:pt x="7249" y="1"/>
                        <a:pt x="718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40"/>
                <p:cNvSpPr/>
                <p:nvPr/>
              </p:nvSpPr>
              <p:spPr>
                <a:xfrm>
                  <a:off x="5387725" y="1219225"/>
                  <a:ext cx="92450" cy="172875"/>
                </a:xfrm>
                <a:custGeom>
                  <a:rect b="b" l="l" r="r" t="t"/>
                  <a:pathLst>
                    <a:path extrusionOk="0" h="6915" w="3698">
                      <a:moveTo>
                        <a:pt x="1479" y="1"/>
                      </a:moveTo>
                      <a:cubicBezTo>
                        <a:pt x="1479" y="1"/>
                        <a:pt x="1183" y="999"/>
                        <a:pt x="629" y="1702"/>
                      </a:cubicBezTo>
                      <a:cubicBezTo>
                        <a:pt x="148" y="2256"/>
                        <a:pt x="111" y="2589"/>
                        <a:pt x="481" y="2885"/>
                      </a:cubicBezTo>
                      <a:cubicBezTo>
                        <a:pt x="850" y="3217"/>
                        <a:pt x="444" y="3624"/>
                        <a:pt x="185" y="4179"/>
                      </a:cubicBezTo>
                      <a:cubicBezTo>
                        <a:pt x="0" y="4659"/>
                        <a:pt x="185" y="4881"/>
                        <a:pt x="739" y="5103"/>
                      </a:cubicBezTo>
                      <a:cubicBezTo>
                        <a:pt x="1257" y="5362"/>
                        <a:pt x="1109" y="5657"/>
                        <a:pt x="998" y="6212"/>
                      </a:cubicBezTo>
                      <a:cubicBezTo>
                        <a:pt x="850" y="6840"/>
                        <a:pt x="1627" y="6914"/>
                        <a:pt x="1627" y="6914"/>
                      </a:cubicBezTo>
                      <a:cubicBezTo>
                        <a:pt x="1627" y="6914"/>
                        <a:pt x="1220" y="6508"/>
                        <a:pt x="1553" y="6286"/>
                      </a:cubicBezTo>
                      <a:cubicBezTo>
                        <a:pt x="1849" y="6027"/>
                        <a:pt x="2181" y="5916"/>
                        <a:pt x="2144" y="5399"/>
                      </a:cubicBezTo>
                      <a:cubicBezTo>
                        <a:pt x="2070" y="4807"/>
                        <a:pt x="2699" y="5214"/>
                        <a:pt x="3069" y="4918"/>
                      </a:cubicBezTo>
                      <a:cubicBezTo>
                        <a:pt x="3401" y="4659"/>
                        <a:pt x="3697" y="3809"/>
                        <a:pt x="3697" y="3809"/>
                      </a:cubicBezTo>
                      <a:lnTo>
                        <a:pt x="147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40"/>
                <p:cNvSpPr/>
                <p:nvPr/>
              </p:nvSpPr>
              <p:spPr>
                <a:xfrm>
                  <a:off x="5414125" y="1191450"/>
                  <a:ext cx="128900" cy="151225"/>
                </a:xfrm>
                <a:custGeom>
                  <a:rect b="b" l="l" r="r" t="t"/>
                  <a:pathLst>
                    <a:path extrusionOk="0" h="6049" w="5156">
                      <a:moveTo>
                        <a:pt x="2798" y="0"/>
                      </a:moveTo>
                      <a:cubicBezTo>
                        <a:pt x="1971" y="0"/>
                        <a:pt x="1083" y="424"/>
                        <a:pt x="682" y="1629"/>
                      </a:cubicBezTo>
                      <a:cubicBezTo>
                        <a:pt x="1" y="3604"/>
                        <a:pt x="1577" y="6048"/>
                        <a:pt x="2639" y="6048"/>
                      </a:cubicBezTo>
                      <a:cubicBezTo>
                        <a:pt x="2730" y="6048"/>
                        <a:pt x="2818" y="6030"/>
                        <a:pt x="2900" y="5992"/>
                      </a:cubicBezTo>
                      <a:cubicBezTo>
                        <a:pt x="3454" y="5770"/>
                        <a:pt x="4453" y="5327"/>
                        <a:pt x="4785" y="4254"/>
                      </a:cubicBezTo>
                      <a:cubicBezTo>
                        <a:pt x="5155" y="2960"/>
                        <a:pt x="4822" y="927"/>
                        <a:pt x="4194" y="446"/>
                      </a:cubicBezTo>
                      <a:cubicBezTo>
                        <a:pt x="3857" y="183"/>
                        <a:pt x="3340" y="0"/>
                        <a:pt x="2798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40"/>
                <p:cNvSpPr/>
                <p:nvPr/>
              </p:nvSpPr>
              <p:spPr>
                <a:xfrm>
                  <a:off x="5431150" y="1285775"/>
                  <a:ext cx="109100" cy="62300"/>
                </a:xfrm>
                <a:custGeom>
                  <a:rect b="b" l="l" r="r" t="t"/>
                  <a:pathLst>
                    <a:path extrusionOk="0" h="2492" w="4364">
                      <a:moveTo>
                        <a:pt x="1" y="1"/>
                      </a:moveTo>
                      <a:cubicBezTo>
                        <a:pt x="1" y="1"/>
                        <a:pt x="38" y="2034"/>
                        <a:pt x="1590" y="2441"/>
                      </a:cubicBezTo>
                      <a:cubicBezTo>
                        <a:pt x="1698" y="2476"/>
                        <a:pt x="1807" y="2492"/>
                        <a:pt x="1914" y="2492"/>
                      </a:cubicBezTo>
                      <a:cubicBezTo>
                        <a:pt x="3171" y="2492"/>
                        <a:pt x="4363" y="297"/>
                        <a:pt x="4363" y="297"/>
                      </a:cubicBezTo>
                      <a:lnTo>
                        <a:pt x="4363" y="297"/>
                      </a:lnTo>
                      <a:cubicBezTo>
                        <a:pt x="4363" y="297"/>
                        <a:pt x="3294" y="1060"/>
                        <a:pt x="1961" y="1060"/>
                      </a:cubicBezTo>
                      <a:cubicBezTo>
                        <a:pt x="1827" y="1060"/>
                        <a:pt x="1691" y="1053"/>
                        <a:pt x="1553" y="1036"/>
                      </a:cubicBezTo>
                      <a:cubicBezTo>
                        <a:pt x="740" y="925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40"/>
                <p:cNvSpPr/>
                <p:nvPr/>
              </p:nvSpPr>
              <p:spPr>
                <a:xfrm>
                  <a:off x="5417300" y="1161800"/>
                  <a:ext cx="153450" cy="138800"/>
                </a:xfrm>
                <a:custGeom>
                  <a:rect b="b" l="l" r="r" t="t"/>
                  <a:pathLst>
                    <a:path extrusionOk="0" h="5552" w="6138">
                      <a:moveTo>
                        <a:pt x="3319" y="0"/>
                      </a:moveTo>
                      <a:cubicBezTo>
                        <a:pt x="2587" y="0"/>
                        <a:pt x="1787" y="336"/>
                        <a:pt x="1368" y="671"/>
                      </a:cubicBezTo>
                      <a:cubicBezTo>
                        <a:pt x="111" y="1595"/>
                        <a:pt x="0" y="3074"/>
                        <a:pt x="0" y="3777"/>
                      </a:cubicBezTo>
                      <a:cubicBezTo>
                        <a:pt x="0" y="3777"/>
                        <a:pt x="497" y="3998"/>
                        <a:pt x="1050" y="3998"/>
                      </a:cubicBezTo>
                      <a:cubicBezTo>
                        <a:pt x="1280" y="3998"/>
                        <a:pt x="1520" y="3959"/>
                        <a:pt x="1738" y="3851"/>
                      </a:cubicBezTo>
                      <a:cubicBezTo>
                        <a:pt x="1738" y="4220"/>
                        <a:pt x="2218" y="4701"/>
                        <a:pt x="2403" y="4775"/>
                      </a:cubicBezTo>
                      <a:cubicBezTo>
                        <a:pt x="2666" y="4945"/>
                        <a:pt x="2890" y="4992"/>
                        <a:pt x="3095" y="4992"/>
                      </a:cubicBezTo>
                      <a:cubicBezTo>
                        <a:pt x="3349" y="4992"/>
                        <a:pt x="3572" y="4920"/>
                        <a:pt x="3801" y="4920"/>
                      </a:cubicBezTo>
                      <a:cubicBezTo>
                        <a:pt x="3828" y="4920"/>
                        <a:pt x="3855" y="4921"/>
                        <a:pt x="3882" y="4923"/>
                      </a:cubicBezTo>
                      <a:cubicBezTo>
                        <a:pt x="4141" y="4960"/>
                        <a:pt x="4289" y="5182"/>
                        <a:pt x="4289" y="5551"/>
                      </a:cubicBezTo>
                      <a:cubicBezTo>
                        <a:pt x="4843" y="4923"/>
                        <a:pt x="6137" y="3629"/>
                        <a:pt x="5731" y="2705"/>
                      </a:cubicBezTo>
                      <a:cubicBezTo>
                        <a:pt x="5583" y="2372"/>
                        <a:pt x="5731" y="1595"/>
                        <a:pt x="4843" y="893"/>
                      </a:cubicBezTo>
                      <a:cubicBezTo>
                        <a:pt x="4695" y="523"/>
                        <a:pt x="4326" y="191"/>
                        <a:pt x="3993" y="117"/>
                      </a:cubicBezTo>
                      <a:cubicBezTo>
                        <a:pt x="3785" y="35"/>
                        <a:pt x="3556" y="0"/>
                        <a:pt x="33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40"/>
                <p:cNvSpPr/>
                <p:nvPr/>
              </p:nvSpPr>
              <p:spPr>
                <a:xfrm>
                  <a:off x="5505100" y="1214625"/>
                  <a:ext cx="98925" cy="193300"/>
                </a:xfrm>
                <a:custGeom>
                  <a:rect b="b" l="l" r="r" t="t"/>
                  <a:pathLst>
                    <a:path extrusionOk="0" h="7732" w="3957">
                      <a:moveTo>
                        <a:pt x="2071" y="0"/>
                      </a:moveTo>
                      <a:lnTo>
                        <a:pt x="740" y="1738"/>
                      </a:lnTo>
                      <a:cubicBezTo>
                        <a:pt x="740" y="1738"/>
                        <a:pt x="814" y="2699"/>
                        <a:pt x="740" y="3253"/>
                      </a:cubicBezTo>
                      <a:cubicBezTo>
                        <a:pt x="629" y="3808"/>
                        <a:pt x="370" y="4621"/>
                        <a:pt x="444" y="5065"/>
                      </a:cubicBezTo>
                      <a:cubicBezTo>
                        <a:pt x="592" y="5546"/>
                        <a:pt x="925" y="5730"/>
                        <a:pt x="777" y="5989"/>
                      </a:cubicBezTo>
                      <a:cubicBezTo>
                        <a:pt x="629" y="6285"/>
                        <a:pt x="259" y="6174"/>
                        <a:pt x="111" y="6655"/>
                      </a:cubicBezTo>
                      <a:cubicBezTo>
                        <a:pt x="0" y="7098"/>
                        <a:pt x="74" y="7394"/>
                        <a:pt x="296" y="7579"/>
                      </a:cubicBezTo>
                      <a:cubicBezTo>
                        <a:pt x="469" y="7700"/>
                        <a:pt x="633" y="7732"/>
                        <a:pt x="759" y="7732"/>
                      </a:cubicBezTo>
                      <a:cubicBezTo>
                        <a:pt x="904" y="7732"/>
                        <a:pt x="999" y="7690"/>
                        <a:pt x="999" y="7690"/>
                      </a:cubicBezTo>
                      <a:cubicBezTo>
                        <a:pt x="999" y="7690"/>
                        <a:pt x="666" y="7394"/>
                        <a:pt x="814" y="7209"/>
                      </a:cubicBezTo>
                      <a:cubicBezTo>
                        <a:pt x="907" y="7128"/>
                        <a:pt x="989" y="7105"/>
                        <a:pt x="1066" y="7105"/>
                      </a:cubicBezTo>
                      <a:cubicBezTo>
                        <a:pt x="1164" y="7105"/>
                        <a:pt x="1254" y="7142"/>
                        <a:pt x="1347" y="7142"/>
                      </a:cubicBezTo>
                      <a:cubicBezTo>
                        <a:pt x="1413" y="7142"/>
                        <a:pt x="1480" y="7124"/>
                        <a:pt x="1553" y="7061"/>
                      </a:cubicBezTo>
                      <a:cubicBezTo>
                        <a:pt x="1827" y="6856"/>
                        <a:pt x="1689" y="6462"/>
                        <a:pt x="1988" y="6462"/>
                      </a:cubicBezTo>
                      <a:cubicBezTo>
                        <a:pt x="2013" y="6462"/>
                        <a:pt x="2040" y="6464"/>
                        <a:pt x="2071" y="6470"/>
                      </a:cubicBezTo>
                      <a:cubicBezTo>
                        <a:pt x="2342" y="6470"/>
                        <a:pt x="2564" y="6519"/>
                        <a:pt x="2769" y="6519"/>
                      </a:cubicBezTo>
                      <a:cubicBezTo>
                        <a:pt x="2872" y="6519"/>
                        <a:pt x="2970" y="6507"/>
                        <a:pt x="3069" y="6470"/>
                      </a:cubicBezTo>
                      <a:cubicBezTo>
                        <a:pt x="3513" y="6211"/>
                        <a:pt x="3697" y="5989"/>
                        <a:pt x="3623" y="5472"/>
                      </a:cubicBezTo>
                      <a:cubicBezTo>
                        <a:pt x="3586" y="5213"/>
                        <a:pt x="3439" y="5213"/>
                        <a:pt x="3402" y="4843"/>
                      </a:cubicBezTo>
                      <a:cubicBezTo>
                        <a:pt x="3365" y="4437"/>
                        <a:pt x="3956" y="4473"/>
                        <a:pt x="3808" y="3771"/>
                      </a:cubicBezTo>
                      <a:cubicBezTo>
                        <a:pt x="3697" y="3179"/>
                        <a:pt x="3254" y="3364"/>
                        <a:pt x="3180" y="2958"/>
                      </a:cubicBezTo>
                      <a:cubicBezTo>
                        <a:pt x="3069" y="2514"/>
                        <a:pt x="3439" y="2514"/>
                        <a:pt x="3439" y="2070"/>
                      </a:cubicBezTo>
                      <a:cubicBezTo>
                        <a:pt x="3439" y="1479"/>
                        <a:pt x="2958" y="1590"/>
                        <a:pt x="2662" y="1109"/>
                      </a:cubicBezTo>
                      <a:cubicBezTo>
                        <a:pt x="2256" y="407"/>
                        <a:pt x="2071" y="0"/>
                        <a:pt x="20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40"/>
                <p:cNvSpPr/>
                <p:nvPr/>
              </p:nvSpPr>
              <p:spPr>
                <a:xfrm>
                  <a:off x="4877525" y="1932300"/>
                  <a:ext cx="28675" cy="201500"/>
                </a:xfrm>
                <a:custGeom>
                  <a:rect b="b" l="l" r="r" t="t"/>
                  <a:pathLst>
                    <a:path extrusionOk="0" h="8060" w="1147">
                      <a:moveTo>
                        <a:pt x="887" y="0"/>
                      </a:moveTo>
                      <a:cubicBezTo>
                        <a:pt x="887" y="0"/>
                        <a:pt x="370" y="2625"/>
                        <a:pt x="222" y="3771"/>
                      </a:cubicBezTo>
                      <a:cubicBezTo>
                        <a:pt x="74" y="4991"/>
                        <a:pt x="0" y="8060"/>
                        <a:pt x="0" y="8060"/>
                      </a:cubicBezTo>
                      <a:lnTo>
                        <a:pt x="629" y="7690"/>
                      </a:lnTo>
                      <a:lnTo>
                        <a:pt x="1146" y="185"/>
                      </a:lnTo>
                      <a:lnTo>
                        <a:pt x="887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p40"/>
                <p:cNvSpPr/>
                <p:nvPr/>
              </p:nvSpPr>
              <p:spPr>
                <a:xfrm>
                  <a:off x="4863650" y="1916275"/>
                  <a:ext cx="258825" cy="359875"/>
                </a:xfrm>
                <a:custGeom>
                  <a:rect b="b" l="l" r="r" t="t"/>
                  <a:pathLst>
                    <a:path extrusionOk="0" h="14395" w="10353">
                      <a:moveTo>
                        <a:pt x="1971" y="1"/>
                      </a:moveTo>
                      <a:cubicBezTo>
                        <a:pt x="1046" y="1"/>
                        <a:pt x="903" y="1122"/>
                        <a:pt x="740" y="2342"/>
                      </a:cubicBezTo>
                      <a:cubicBezTo>
                        <a:pt x="555" y="3858"/>
                        <a:pt x="75" y="8442"/>
                        <a:pt x="1" y="8442"/>
                      </a:cubicBezTo>
                      <a:lnTo>
                        <a:pt x="444" y="8664"/>
                      </a:lnTo>
                      <a:cubicBezTo>
                        <a:pt x="444" y="8627"/>
                        <a:pt x="925" y="4191"/>
                        <a:pt x="1110" y="2675"/>
                      </a:cubicBezTo>
                      <a:cubicBezTo>
                        <a:pt x="1266" y="1399"/>
                        <a:pt x="1404" y="600"/>
                        <a:pt x="2091" y="600"/>
                      </a:cubicBezTo>
                      <a:cubicBezTo>
                        <a:pt x="2380" y="600"/>
                        <a:pt x="2766" y="742"/>
                        <a:pt x="3291" y="1048"/>
                      </a:cubicBezTo>
                      <a:lnTo>
                        <a:pt x="4326" y="1640"/>
                      </a:lnTo>
                      <a:lnTo>
                        <a:pt x="5990" y="2601"/>
                      </a:lnTo>
                      <a:lnTo>
                        <a:pt x="7062" y="3229"/>
                      </a:lnTo>
                      <a:cubicBezTo>
                        <a:pt x="8837" y="4191"/>
                        <a:pt x="9021" y="5263"/>
                        <a:pt x="9243" y="7333"/>
                      </a:cubicBezTo>
                      <a:cubicBezTo>
                        <a:pt x="9428" y="9071"/>
                        <a:pt x="9872" y="14062"/>
                        <a:pt x="9872" y="14136"/>
                      </a:cubicBezTo>
                      <a:lnTo>
                        <a:pt x="10352" y="14394"/>
                      </a:lnTo>
                      <a:cubicBezTo>
                        <a:pt x="10352" y="14357"/>
                        <a:pt x="9872" y="9255"/>
                        <a:pt x="9687" y="7518"/>
                      </a:cubicBezTo>
                      <a:cubicBezTo>
                        <a:pt x="9465" y="5558"/>
                        <a:pt x="9280" y="3895"/>
                        <a:pt x="7099" y="2675"/>
                      </a:cubicBezTo>
                      <a:lnTo>
                        <a:pt x="6064" y="2046"/>
                      </a:lnTo>
                      <a:lnTo>
                        <a:pt x="4400" y="1085"/>
                      </a:lnTo>
                      <a:lnTo>
                        <a:pt x="3328" y="493"/>
                      </a:lnTo>
                      <a:cubicBezTo>
                        <a:pt x="2747" y="149"/>
                        <a:pt x="2307" y="1"/>
                        <a:pt x="1971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p40"/>
                <p:cNvSpPr/>
                <p:nvPr/>
              </p:nvSpPr>
              <p:spPr>
                <a:xfrm>
                  <a:off x="4716700" y="2000400"/>
                  <a:ext cx="258825" cy="359850"/>
                </a:xfrm>
                <a:custGeom>
                  <a:rect b="b" l="l" r="r" t="t"/>
                  <a:pathLst>
                    <a:path extrusionOk="0" h="14394" w="10353">
                      <a:moveTo>
                        <a:pt x="1971" y="0"/>
                      </a:moveTo>
                      <a:cubicBezTo>
                        <a:pt x="1045" y="0"/>
                        <a:pt x="902" y="1121"/>
                        <a:pt x="740" y="2341"/>
                      </a:cubicBezTo>
                      <a:cubicBezTo>
                        <a:pt x="555" y="3857"/>
                        <a:pt x="74" y="8405"/>
                        <a:pt x="0" y="8441"/>
                      </a:cubicBezTo>
                      <a:lnTo>
                        <a:pt x="481" y="8663"/>
                      </a:lnTo>
                      <a:cubicBezTo>
                        <a:pt x="481" y="8626"/>
                        <a:pt x="925" y="4190"/>
                        <a:pt x="1109" y="2674"/>
                      </a:cubicBezTo>
                      <a:cubicBezTo>
                        <a:pt x="1266" y="1397"/>
                        <a:pt x="1404" y="616"/>
                        <a:pt x="2093" y="616"/>
                      </a:cubicBezTo>
                      <a:cubicBezTo>
                        <a:pt x="2382" y="616"/>
                        <a:pt x="2767" y="753"/>
                        <a:pt x="3291" y="1047"/>
                      </a:cubicBezTo>
                      <a:lnTo>
                        <a:pt x="4363" y="1639"/>
                      </a:lnTo>
                      <a:lnTo>
                        <a:pt x="6027" y="2637"/>
                      </a:lnTo>
                      <a:lnTo>
                        <a:pt x="7062" y="3229"/>
                      </a:lnTo>
                      <a:cubicBezTo>
                        <a:pt x="8836" y="4190"/>
                        <a:pt x="9021" y="5262"/>
                        <a:pt x="9243" y="7332"/>
                      </a:cubicBezTo>
                      <a:cubicBezTo>
                        <a:pt x="9428" y="9107"/>
                        <a:pt x="9908" y="14098"/>
                        <a:pt x="9908" y="14135"/>
                      </a:cubicBezTo>
                      <a:lnTo>
                        <a:pt x="10352" y="14394"/>
                      </a:lnTo>
                      <a:cubicBezTo>
                        <a:pt x="10352" y="14357"/>
                        <a:pt x="9908" y="9292"/>
                        <a:pt x="9724" y="7517"/>
                      </a:cubicBezTo>
                      <a:cubicBezTo>
                        <a:pt x="9465" y="5595"/>
                        <a:pt x="9280" y="3931"/>
                        <a:pt x="7136" y="2674"/>
                      </a:cubicBezTo>
                      <a:lnTo>
                        <a:pt x="6063" y="2083"/>
                      </a:lnTo>
                      <a:lnTo>
                        <a:pt x="4400" y="1084"/>
                      </a:lnTo>
                      <a:lnTo>
                        <a:pt x="3328" y="493"/>
                      </a:lnTo>
                      <a:cubicBezTo>
                        <a:pt x="2746" y="148"/>
                        <a:pt x="2307" y="0"/>
                        <a:pt x="1971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8" name="Google Shape;1218;p40"/>
                <p:cNvSpPr/>
                <p:nvPr/>
              </p:nvSpPr>
              <p:spPr>
                <a:xfrm>
                  <a:off x="4714850" y="2024725"/>
                  <a:ext cx="28675" cy="201500"/>
                </a:xfrm>
                <a:custGeom>
                  <a:rect b="b" l="l" r="r" t="t"/>
                  <a:pathLst>
                    <a:path extrusionOk="0" h="8060" w="1147">
                      <a:moveTo>
                        <a:pt x="851" y="0"/>
                      </a:moveTo>
                      <a:cubicBezTo>
                        <a:pt x="851" y="0"/>
                        <a:pt x="370" y="2625"/>
                        <a:pt x="222" y="3771"/>
                      </a:cubicBezTo>
                      <a:cubicBezTo>
                        <a:pt x="74" y="4991"/>
                        <a:pt x="0" y="8060"/>
                        <a:pt x="0" y="8060"/>
                      </a:cubicBezTo>
                      <a:lnTo>
                        <a:pt x="629" y="7690"/>
                      </a:lnTo>
                      <a:lnTo>
                        <a:pt x="1146" y="185"/>
                      </a:lnTo>
                      <a:lnTo>
                        <a:pt x="851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9" name="Google Shape;1219;p40"/>
                <p:cNvSpPr/>
                <p:nvPr/>
              </p:nvSpPr>
              <p:spPr>
                <a:xfrm>
                  <a:off x="4920950" y="2119925"/>
                  <a:ext cx="55500" cy="249575"/>
                </a:xfrm>
                <a:custGeom>
                  <a:rect b="b" l="l" r="r" t="t"/>
                  <a:pathLst>
                    <a:path extrusionOk="0" h="9983" w="2220">
                      <a:moveTo>
                        <a:pt x="740" y="0"/>
                      </a:moveTo>
                      <a:lnTo>
                        <a:pt x="1" y="185"/>
                      </a:lnTo>
                      <a:cubicBezTo>
                        <a:pt x="1" y="185"/>
                        <a:pt x="555" y="1553"/>
                        <a:pt x="629" y="2403"/>
                      </a:cubicBezTo>
                      <a:cubicBezTo>
                        <a:pt x="703" y="3291"/>
                        <a:pt x="1591" y="9982"/>
                        <a:pt x="1591" y="9982"/>
                      </a:cubicBezTo>
                      <a:lnTo>
                        <a:pt x="2219" y="9613"/>
                      </a:lnTo>
                      <a:cubicBezTo>
                        <a:pt x="2219" y="9613"/>
                        <a:pt x="1480" y="3845"/>
                        <a:pt x="1369" y="2958"/>
                      </a:cubicBezTo>
                      <a:cubicBezTo>
                        <a:pt x="1221" y="2071"/>
                        <a:pt x="740" y="0"/>
                        <a:pt x="740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0" name="Google Shape;1220;p40"/>
                <p:cNvSpPr/>
                <p:nvPr/>
              </p:nvSpPr>
              <p:spPr>
                <a:xfrm>
                  <a:off x="4700975" y="2009625"/>
                  <a:ext cx="258825" cy="359875"/>
                </a:xfrm>
                <a:custGeom>
                  <a:rect b="b" l="l" r="r" t="t"/>
                  <a:pathLst>
                    <a:path extrusionOk="0" h="14395" w="10353">
                      <a:moveTo>
                        <a:pt x="1971" y="1"/>
                      </a:moveTo>
                      <a:cubicBezTo>
                        <a:pt x="1043" y="1"/>
                        <a:pt x="893" y="1122"/>
                        <a:pt x="703" y="2342"/>
                      </a:cubicBezTo>
                      <a:cubicBezTo>
                        <a:pt x="555" y="3858"/>
                        <a:pt x="75" y="8442"/>
                        <a:pt x="1" y="8442"/>
                      </a:cubicBezTo>
                      <a:lnTo>
                        <a:pt x="444" y="8664"/>
                      </a:lnTo>
                      <a:cubicBezTo>
                        <a:pt x="444" y="8627"/>
                        <a:pt x="925" y="4191"/>
                        <a:pt x="1110" y="2675"/>
                      </a:cubicBezTo>
                      <a:cubicBezTo>
                        <a:pt x="1266" y="1398"/>
                        <a:pt x="1404" y="617"/>
                        <a:pt x="2081" y="617"/>
                      </a:cubicBezTo>
                      <a:cubicBezTo>
                        <a:pt x="2364" y="617"/>
                        <a:pt x="2742" y="754"/>
                        <a:pt x="3254" y="1048"/>
                      </a:cubicBezTo>
                      <a:lnTo>
                        <a:pt x="4326" y="1640"/>
                      </a:lnTo>
                      <a:lnTo>
                        <a:pt x="5990" y="2638"/>
                      </a:lnTo>
                      <a:lnTo>
                        <a:pt x="7062" y="3229"/>
                      </a:lnTo>
                      <a:cubicBezTo>
                        <a:pt x="8800" y="4191"/>
                        <a:pt x="8985" y="5263"/>
                        <a:pt x="9243" y="7333"/>
                      </a:cubicBezTo>
                      <a:cubicBezTo>
                        <a:pt x="9428" y="9108"/>
                        <a:pt x="9872" y="14099"/>
                        <a:pt x="9872" y="14136"/>
                      </a:cubicBezTo>
                      <a:lnTo>
                        <a:pt x="10353" y="14394"/>
                      </a:lnTo>
                      <a:cubicBezTo>
                        <a:pt x="10353" y="14357"/>
                        <a:pt x="9872" y="9293"/>
                        <a:pt x="9687" y="7518"/>
                      </a:cubicBezTo>
                      <a:cubicBezTo>
                        <a:pt x="9465" y="5595"/>
                        <a:pt x="9280" y="3932"/>
                        <a:pt x="7099" y="2675"/>
                      </a:cubicBezTo>
                      <a:lnTo>
                        <a:pt x="6027" y="2083"/>
                      </a:lnTo>
                      <a:lnTo>
                        <a:pt x="4363" y="1085"/>
                      </a:lnTo>
                      <a:lnTo>
                        <a:pt x="3328" y="493"/>
                      </a:lnTo>
                      <a:cubicBezTo>
                        <a:pt x="2747" y="149"/>
                        <a:pt x="2307" y="1"/>
                        <a:pt x="1971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p40"/>
                <p:cNvSpPr/>
                <p:nvPr/>
              </p:nvSpPr>
              <p:spPr>
                <a:xfrm>
                  <a:off x="4668625" y="1587050"/>
                  <a:ext cx="490825" cy="544900"/>
                </a:xfrm>
                <a:custGeom>
                  <a:rect b="b" l="l" r="r" t="t"/>
                  <a:pathLst>
                    <a:path extrusionOk="0" h="21796" w="19633">
                      <a:moveTo>
                        <a:pt x="8265" y="1"/>
                      </a:moveTo>
                      <a:cubicBezTo>
                        <a:pt x="7216" y="1"/>
                        <a:pt x="1" y="4605"/>
                        <a:pt x="1" y="4605"/>
                      </a:cubicBezTo>
                      <a:cubicBezTo>
                        <a:pt x="1" y="4605"/>
                        <a:pt x="555" y="11629"/>
                        <a:pt x="1073" y="13810"/>
                      </a:cubicBezTo>
                      <a:cubicBezTo>
                        <a:pt x="1628" y="15955"/>
                        <a:pt x="3254" y="17544"/>
                        <a:pt x="5953" y="19023"/>
                      </a:cubicBezTo>
                      <a:cubicBezTo>
                        <a:pt x="8578" y="20502"/>
                        <a:pt x="11351" y="21796"/>
                        <a:pt x="11351" y="21796"/>
                      </a:cubicBezTo>
                      <a:lnTo>
                        <a:pt x="19632" y="17027"/>
                      </a:lnTo>
                      <a:cubicBezTo>
                        <a:pt x="19632" y="17027"/>
                        <a:pt x="13236" y="14069"/>
                        <a:pt x="11684" y="12775"/>
                      </a:cubicBezTo>
                      <a:cubicBezTo>
                        <a:pt x="10094" y="11481"/>
                        <a:pt x="8800" y="8708"/>
                        <a:pt x="8578" y="2978"/>
                      </a:cubicBezTo>
                      <a:cubicBezTo>
                        <a:pt x="8541" y="1980"/>
                        <a:pt x="8689" y="390"/>
                        <a:pt x="8356" y="20"/>
                      </a:cubicBezTo>
                      <a:cubicBezTo>
                        <a:pt x="8335" y="7"/>
                        <a:pt x="8304" y="1"/>
                        <a:pt x="82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2" name="Google Shape;1222;p40"/>
                <p:cNvSpPr/>
                <p:nvPr/>
              </p:nvSpPr>
              <p:spPr>
                <a:xfrm>
                  <a:off x="4659400" y="1690125"/>
                  <a:ext cx="293000" cy="465875"/>
                </a:xfrm>
                <a:custGeom>
                  <a:rect b="b" l="l" r="r" t="t"/>
                  <a:pathLst>
                    <a:path extrusionOk="0" h="18635" w="11720">
                      <a:moveTo>
                        <a:pt x="0" y="1"/>
                      </a:moveTo>
                      <a:cubicBezTo>
                        <a:pt x="0" y="1"/>
                        <a:pt x="444" y="5584"/>
                        <a:pt x="740" y="7839"/>
                      </a:cubicBezTo>
                      <a:cubicBezTo>
                        <a:pt x="998" y="10131"/>
                        <a:pt x="1738" y="12756"/>
                        <a:pt x="5028" y="14752"/>
                      </a:cubicBezTo>
                      <a:cubicBezTo>
                        <a:pt x="6026" y="15344"/>
                        <a:pt x="7135" y="16009"/>
                        <a:pt x="8171" y="16601"/>
                      </a:cubicBezTo>
                      <a:cubicBezTo>
                        <a:pt x="9723" y="17525"/>
                        <a:pt x="11128" y="18301"/>
                        <a:pt x="11720" y="18634"/>
                      </a:cubicBezTo>
                      <a:lnTo>
                        <a:pt x="11720" y="17673"/>
                      </a:lnTo>
                      <a:cubicBezTo>
                        <a:pt x="10759" y="17118"/>
                        <a:pt x="7505" y="15270"/>
                        <a:pt x="5028" y="13791"/>
                      </a:cubicBezTo>
                      <a:cubicBezTo>
                        <a:pt x="2107" y="12016"/>
                        <a:pt x="1664" y="9946"/>
                        <a:pt x="1405" y="8098"/>
                      </a:cubicBezTo>
                      <a:cubicBezTo>
                        <a:pt x="1183" y="5916"/>
                        <a:pt x="740" y="482"/>
                        <a:pt x="740" y="48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3" name="Google Shape;1223;p40"/>
                <p:cNvSpPr/>
                <p:nvPr/>
              </p:nvSpPr>
              <p:spPr>
                <a:xfrm>
                  <a:off x="4659400" y="1571825"/>
                  <a:ext cx="226450" cy="130350"/>
                </a:xfrm>
                <a:custGeom>
                  <a:rect b="b" l="l" r="r" t="t"/>
                  <a:pathLst>
                    <a:path extrusionOk="0" h="5214" w="9058">
                      <a:moveTo>
                        <a:pt x="8245" y="1"/>
                      </a:moveTo>
                      <a:lnTo>
                        <a:pt x="0" y="4733"/>
                      </a:lnTo>
                      <a:lnTo>
                        <a:pt x="740" y="5214"/>
                      </a:lnTo>
                      <a:lnTo>
                        <a:pt x="9058" y="444"/>
                      </a:lnTo>
                      <a:lnTo>
                        <a:pt x="8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p40"/>
                <p:cNvSpPr/>
                <p:nvPr/>
              </p:nvSpPr>
              <p:spPr>
                <a:xfrm>
                  <a:off x="4952375" y="2012700"/>
                  <a:ext cx="207075" cy="143300"/>
                </a:xfrm>
                <a:custGeom>
                  <a:rect b="b" l="l" r="r" t="t"/>
                  <a:pathLst>
                    <a:path extrusionOk="0" h="5732" w="8283">
                      <a:moveTo>
                        <a:pt x="8282" y="1"/>
                      </a:moveTo>
                      <a:lnTo>
                        <a:pt x="1" y="4770"/>
                      </a:lnTo>
                      <a:lnTo>
                        <a:pt x="1" y="5731"/>
                      </a:lnTo>
                      <a:lnTo>
                        <a:pt x="8282" y="962"/>
                      </a:lnTo>
                      <a:lnTo>
                        <a:pt x="828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p40"/>
                <p:cNvSpPr/>
                <p:nvPr/>
              </p:nvSpPr>
              <p:spPr>
                <a:xfrm>
                  <a:off x="4973650" y="1993275"/>
                  <a:ext cx="89550" cy="88700"/>
                </a:xfrm>
                <a:custGeom>
                  <a:rect b="b" l="l" r="r" t="t"/>
                  <a:pathLst>
                    <a:path extrusionOk="0" h="3548" w="3582">
                      <a:moveTo>
                        <a:pt x="2404" y="1"/>
                      </a:moveTo>
                      <a:cubicBezTo>
                        <a:pt x="2403" y="1"/>
                        <a:pt x="2403" y="1"/>
                        <a:pt x="2403" y="1"/>
                      </a:cubicBezTo>
                      <a:lnTo>
                        <a:pt x="0" y="1813"/>
                      </a:lnTo>
                      <a:cubicBezTo>
                        <a:pt x="0" y="1813"/>
                        <a:pt x="555" y="3218"/>
                        <a:pt x="1220" y="3514"/>
                      </a:cubicBezTo>
                      <a:cubicBezTo>
                        <a:pt x="1284" y="3537"/>
                        <a:pt x="1353" y="3548"/>
                        <a:pt x="1426" y="3548"/>
                      </a:cubicBezTo>
                      <a:cubicBezTo>
                        <a:pt x="2154" y="3548"/>
                        <a:pt x="3254" y="2478"/>
                        <a:pt x="3254" y="2478"/>
                      </a:cubicBezTo>
                      <a:cubicBezTo>
                        <a:pt x="3582" y="1384"/>
                        <a:pt x="243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40"/>
                <p:cNvSpPr/>
                <p:nvPr/>
              </p:nvSpPr>
              <p:spPr>
                <a:xfrm>
                  <a:off x="4733325" y="1368400"/>
                  <a:ext cx="154600" cy="259775"/>
                </a:xfrm>
                <a:custGeom>
                  <a:rect b="b" l="l" r="r" t="t"/>
                  <a:pathLst>
                    <a:path extrusionOk="0" h="10391" w="6184">
                      <a:moveTo>
                        <a:pt x="3507" y="1"/>
                      </a:moveTo>
                      <a:cubicBezTo>
                        <a:pt x="3449" y="1"/>
                        <a:pt x="3389" y="2"/>
                        <a:pt x="3328" y="4"/>
                      </a:cubicBezTo>
                      <a:cubicBezTo>
                        <a:pt x="444" y="78"/>
                        <a:pt x="260" y="3258"/>
                        <a:pt x="999" y="5476"/>
                      </a:cubicBezTo>
                      <a:cubicBezTo>
                        <a:pt x="2025" y="8504"/>
                        <a:pt x="1146" y="8967"/>
                        <a:pt x="512" y="8967"/>
                      </a:cubicBezTo>
                      <a:cubicBezTo>
                        <a:pt x="233" y="8967"/>
                        <a:pt x="1" y="8877"/>
                        <a:pt x="1" y="8877"/>
                      </a:cubicBezTo>
                      <a:lnTo>
                        <a:pt x="1" y="8877"/>
                      </a:lnTo>
                      <a:cubicBezTo>
                        <a:pt x="1" y="8877"/>
                        <a:pt x="352" y="10391"/>
                        <a:pt x="1586" y="10391"/>
                      </a:cubicBezTo>
                      <a:cubicBezTo>
                        <a:pt x="1795" y="10391"/>
                        <a:pt x="2030" y="10347"/>
                        <a:pt x="2293" y="10245"/>
                      </a:cubicBezTo>
                      <a:cubicBezTo>
                        <a:pt x="4104" y="9617"/>
                        <a:pt x="5990" y="2888"/>
                        <a:pt x="5546" y="2444"/>
                      </a:cubicBezTo>
                      <a:cubicBezTo>
                        <a:pt x="5546" y="2444"/>
                        <a:pt x="6184" y="1"/>
                        <a:pt x="35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p40"/>
                <p:cNvSpPr/>
                <p:nvPr/>
              </p:nvSpPr>
              <p:spPr>
                <a:xfrm>
                  <a:off x="4803575" y="1397975"/>
                  <a:ext cx="61025" cy="46325"/>
                </a:xfrm>
                <a:custGeom>
                  <a:rect b="b" l="l" r="r" t="t"/>
                  <a:pathLst>
                    <a:path extrusionOk="0" h="1853" w="2441">
                      <a:moveTo>
                        <a:pt x="1236" y="1"/>
                      </a:moveTo>
                      <a:cubicBezTo>
                        <a:pt x="1084" y="1"/>
                        <a:pt x="928" y="44"/>
                        <a:pt x="777" y="152"/>
                      </a:cubicBezTo>
                      <a:cubicBezTo>
                        <a:pt x="1" y="707"/>
                        <a:pt x="407" y="1853"/>
                        <a:pt x="407" y="1853"/>
                      </a:cubicBezTo>
                      <a:lnTo>
                        <a:pt x="2441" y="744"/>
                      </a:lnTo>
                      <a:cubicBezTo>
                        <a:pt x="2441" y="744"/>
                        <a:pt x="1865" y="1"/>
                        <a:pt x="123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p40"/>
                <p:cNvSpPr/>
                <p:nvPr/>
              </p:nvSpPr>
              <p:spPr>
                <a:xfrm>
                  <a:off x="4914500" y="1585700"/>
                  <a:ext cx="404950" cy="145900"/>
                </a:xfrm>
                <a:custGeom>
                  <a:rect b="b" l="l" r="r" t="t"/>
                  <a:pathLst>
                    <a:path extrusionOk="0" h="5836" w="16198">
                      <a:moveTo>
                        <a:pt x="1109" y="0"/>
                      </a:moveTo>
                      <a:lnTo>
                        <a:pt x="0" y="2884"/>
                      </a:lnTo>
                      <a:cubicBezTo>
                        <a:pt x="0" y="2884"/>
                        <a:pt x="2440" y="4400"/>
                        <a:pt x="3475" y="5139"/>
                      </a:cubicBezTo>
                      <a:cubicBezTo>
                        <a:pt x="3887" y="5487"/>
                        <a:pt x="5410" y="5836"/>
                        <a:pt x="6837" y="5836"/>
                      </a:cubicBezTo>
                      <a:cubicBezTo>
                        <a:pt x="7077" y="5836"/>
                        <a:pt x="7314" y="5826"/>
                        <a:pt x="7542" y="5805"/>
                      </a:cubicBezTo>
                      <a:cubicBezTo>
                        <a:pt x="8761" y="5700"/>
                        <a:pt x="9815" y="5432"/>
                        <a:pt x="11077" y="5432"/>
                      </a:cubicBezTo>
                      <a:cubicBezTo>
                        <a:pt x="11155" y="5432"/>
                        <a:pt x="11233" y="5433"/>
                        <a:pt x="11313" y="5435"/>
                      </a:cubicBezTo>
                      <a:cubicBezTo>
                        <a:pt x="11646" y="5435"/>
                        <a:pt x="12459" y="5546"/>
                        <a:pt x="12792" y="5583"/>
                      </a:cubicBezTo>
                      <a:cubicBezTo>
                        <a:pt x="13217" y="5645"/>
                        <a:pt x="13599" y="5674"/>
                        <a:pt x="13937" y="5674"/>
                      </a:cubicBezTo>
                      <a:cubicBezTo>
                        <a:pt x="15597" y="5674"/>
                        <a:pt x="16198" y="4983"/>
                        <a:pt x="15676" y="4215"/>
                      </a:cubicBezTo>
                      <a:cubicBezTo>
                        <a:pt x="15417" y="3919"/>
                        <a:pt x="15047" y="3660"/>
                        <a:pt x="14049" y="3623"/>
                      </a:cubicBezTo>
                      <a:cubicBezTo>
                        <a:pt x="13716" y="3623"/>
                        <a:pt x="13162" y="3586"/>
                        <a:pt x="13014" y="3586"/>
                      </a:cubicBezTo>
                      <a:cubicBezTo>
                        <a:pt x="12903" y="3586"/>
                        <a:pt x="13494" y="3180"/>
                        <a:pt x="13494" y="2884"/>
                      </a:cubicBezTo>
                      <a:cubicBezTo>
                        <a:pt x="13494" y="2705"/>
                        <a:pt x="13451" y="2630"/>
                        <a:pt x="13359" y="2630"/>
                      </a:cubicBezTo>
                      <a:cubicBezTo>
                        <a:pt x="13263" y="2630"/>
                        <a:pt x="13112" y="2714"/>
                        <a:pt x="12903" y="2847"/>
                      </a:cubicBezTo>
                      <a:cubicBezTo>
                        <a:pt x="12542" y="3063"/>
                        <a:pt x="11759" y="3773"/>
                        <a:pt x="11137" y="3773"/>
                      </a:cubicBezTo>
                      <a:cubicBezTo>
                        <a:pt x="11122" y="3773"/>
                        <a:pt x="11106" y="3772"/>
                        <a:pt x="11091" y="3771"/>
                      </a:cubicBezTo>
                      <a:cubicBezTo>
                        <a:pt x="8836" y="3697"/>
                        <a:pt x="5546" y="3032"/>
                        <a:pt x="4843" y="2958"/>
                      </a:cubicBezTo>
                      <a:cubicBezTo>
                        <a:pt x="4030" y="2810"/>
                        <a:pt x="1109" y="0"/>
                        <a:pt x="1109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40"/>
                <p:cNvSpPr/>
                <p:nvPr/>
              </p:nvSpPr>
              <p:spPr>
                <a:xfrm>
                  <a:off x="5025400" y="1942450"/>
                  <a:ext cx="184200" cy="423025"/>
                </a:xfrm>
                <a:custGeom>
                  <a:rect b="b" l="l" r="r" t="t"/>
                  <a:pathLst>
                    <a:path extrusionOk="0" h="16921" w="7368">
                      <a:moveTo>
                        <a:pt x="4141" y="1"/>
                      </a:moveTo>
                      <a:cubicBezTo>
                        <a:pt x="4141" y="1"/>
                        <a:pt x="0" y="371"/>
                        <a:pt x="259" y="962"/>
                      </a:cubicBezTo>
                      <a:cubicBezTo>
                        <a:pt x="370" y="1184"/>
                        <a:pt x="2995" y="3476"/>
                        <a:pt x="2995" y="4216"/>
                      </a:cubicBezTo>
                      <a:cubicBezTo>
                        <a:pt x="2995" y="5325"/>
                        <a:pt x="2958" y="6730"/>
                        <a:pt x="3217" y="7913"/>
                      </a:cubicBezTo>
                      <a:cubicBezTo>
                        <a:pt x="3698" y="9835"/>
                        <a:pt x="3956" y="12053"/>
                        <a:pt x="3698" y="13200"/>
                      </a:cubicBezTo>
                      <a:cubicBezTo>
                        <a:pt x="3402" y="14309"/>
                        <a:pt x="3772" y="15344"/>
                        <a:pt x="4252" y="15566"/>
                      </a:cubicBezTo>
                      <a:cubicBezTo>
                        <a:pt x="4696" y="15751"/>
                        <a:pt x="4807" y="15898"/>
                        <a:pt x="5620" y="16638"/>
                      </a:cubicBezTo>
                      <a:cubicBezTo>
                        <a:pt x="5852" y="16840"/>
                        <a:pt x="6095" y="16920"/>
                        <a:pt x="6319" y="16920"/>
                      </a:cubicBezTo>
                      <a:cubicBezTo>
                        <a:pt x="6913" y="16920"/>
                        <a:pt x="7368" y="16349"/>
                        <a:pt x="7099" y="15972"/>
                      </a:cubicBezTo>
                      <a:cubicBezTo>
                        <a:pt x="6729" y="15492"/>
                        <a:pt x="5768" y="14198"/>
                        <a:pt x="5731" y="12756"/>
                      </a:cubicBezTo>
                      <a:cubicBezTo>
                        <a:pt x="5620" y="11277"/>
                        <a:pt x="5731" y="6915"/>
                        <a:pt x="5879" y="5805"/>
                      </a:cubicBezTo>
                      <a:cubicBezTo>
                        <a:pt x="5990" y="4659"/>
                        <a:pt x="5879" y="4253"/>
                        <a:pt x="5953" y="3328"/>
                      </a:cubicBezTo>
                      <a:cubicBezTo>
                        <a:pt x="6101" y="1628"/>
                        <a:pt x="4141" y="1"/>
                        <a:pt x="4141" y="1"/>
                      </a:cubicBezTo>
                      <a:close/>
                    </a:path>
                  </a:pathLst>
                </a:custGeom>
                <a:solidFill>
                  <a:srgbClr val="FFA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0" name="Google Shape;1230;p40"/>
                <p:cNvSpPr/>
                <p:nvPr/>
              </p:nvSpPr>
              <p:spPr>
                <a:xfrm>
                  <a:off x="5104875" y="2285375"/>
                  <a:ext cx="137325" cy="106900"/>
                </a:xfrm>
                <a:custGeom>
                  <a:rect b="b" l="l" r="r" t="t"/>
                  <a:pathLst>
                    <a:path extrusionOk="0" h="4276" w="5493">
                      <a:moveTo>
                        <a:pt x="371" y="0"/>
                      </a:moveTo>
                      <a:cubicBezTo>
                        <a:pt x="371" y="0"/>
                        <a:pt x="1" y="407"/>
                        <a:pt x="1" y="777"/>
                      </a:cubicBezTo>
                      <a:cubicBezTo>
                        <a:pt x="1" y="1516"/>
                        <a:pt x="223" y="1738"/>
                        <a:pt x="999" y="2403"/>
                      </a:cubicBezTo>
                      <a:cubicBezTo>
                        <a:pt x="1813" y="3069"/>
                        <a:pt x="2626" y="3919"/>
                        <a:pt x="3624" y="4215"/>
                      </a:cubicBezTo>
                      <a:cubicBezTo>
                        <a:pt x="3781" y="4257"/>
                        <a:pt x="3937" y="4276"/>
                        <a:pt x="4089" y="4276"/>
                      </a:cubicBezTo>
                      <a:cubicBezTo>
                        <a:pt x="4864" y="4276"/>
                        <a:pt x="5492" y="3785"/>
                        <a:pt x="5214" y="3475"/>
                      </a:cubicBezTo>
                      <a:cubicBezTo>
                        <a:pt x="4918" y="3106"/>
                        <a:pt x="3883" y="2329"/>
                        <a:pt x="3883" y="2329"/>
                      </a:cubicBezTo>
                      <a:cubicBezTo>
                        <a:pt x="3674" y="2494"/>
                        <a:pt x="3476" y="2574"/>
                        <a:pt x="3245" y="2574"/>
                      </a:cubicBezTo>
                      <a:cubicBezTo>
                        <a:pt x="2903" y="2574"/>
                        <a:pt x="2488" y="2401"/>
                        <a:pt x="1850" y="2070"/>
                      </a:cubicBezTo>
                      <a:cubicBezTo>
                        <a:pt x="703" y="1479"/>
                        <a:pt x="371" y="0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p40"/>
                <p:cNvSpPr/>
                <p:nvPr/>
              </p:nvSpPr>
              <p:spPr>
                <a:xfrm>
                  <a:off x="4958150" y="1913325"/>
                  <a:ext cx="176600" cy="492825"/>
                </a:xfrm>
                <a:custGeom>
                  <a:rect b="b" l="l" r="r" t="t"/>
                  <a:pathLst>
                    <a:path extrusionOk="0" h="19713" w="7064">
                      <a:moveTo>
                        <a:pt x="2045" y="0"/>
                      </a:moveTo>
                      <a:cubicBezTo>
                        <a:pt x="975" y="0"/>
                        <a:pt x="0" y="1718"/>
                        <a:pt x="66" y="2830"/>
                      </a:cubicBezTo>
                      <a:cubicBezTo>
                        <a:pt x="140" y="3828"/>
                        <a:pt x="1803" y="4678"/>
                        <a:pt x="2654" y="5639"/>
                      </a:cubicBezTo>
                      <a:cubicBezTo>
                        <a:pt x="3060" y="6083"/>
                        <a:pt x="2469" y="8745"/>
                        <a:pt x="2912" y="10667"/>
                      </a:cubicBezTo>
                      <a:cubicBezTo>
                        <a:pt x="3393" y="12627"/>
                        <a:pt x="3652" y="14845"/>
                        <a:pt x="3393" y="15991"/>
                      </a:cubicBezTo>
                      <a:cubicBezTo>
                        <a:pt x="3097" y="17100"/>
                        <a:pt x="3467" y="18136"/>
                        <a:pt x="3947" y="18357"/>
                      </a:cubicBezTo>
                      <a:cubicBezTo>
                        <a:pt x="4391" y="18542"/>
                        <a:pt x="4502" y="18690"/>
                        <a:pt x="5315" y="19430"/>
                      </a:cubicBezTo>
                      <a:cubicBezTo>
                        <a:pt x="5548" y="19631"/>
                        <a:pt x="5791" y="19712"/>
                        <a:pt x="6014" y="19712"/>
                      </a:cubicBezTo>
                      <a:cubicBezTo>
                        <a:pt x="6609" y="19712"/>
                        <a:pt x="7063" y="19140"/>
                        <a:pt x="6794" y="18764"/>
                      </a:cubicBezTo>
                      <a:cubicBezTo>
                        <a:pt x="6425" y="18246"/>
                        <a:pt x="5463" y="16952"/>
                        <a:pt x="5426" y="15548"/>
                      </a:cubicBezTo>
                      <a:cubicBezTo>
                        <a:pt x="5315" y="14032"/>
                        <a:pt x="5537" y="9521"/>
                        <a:pt x="5537" y="8412"/>
                      </a:cubicBezTo>
                      <a:cubicBezTo>
                        <a:pt x="5537" y="7451"/>
                        <a:pt x="5685" y="6749"/>
                        <a:pt x="5870" y="5824"/>
                      </a:cubicBezTo>
                      <a:cubicBezTo>
                        <a:pt x="6055" y="4863"/>
                        <a:pt x="5611" y="3939"/>
                        <a:pt x="5131" y="3458"/>
                      </a:cubicBezTo>
                      <a:cubicBezTo>
                        <a:pt x="3652" y="1942"/>
                        <a:pt x="2875" y="279"/>
                        <a:pt x="2469" y="94"/>
                      </a:cubicBezTo>
                      <a:cubicBezTo>
                        <a:pt x="2327" y="30"/>
                        <a:pt x="2185" y="0"/>
                        <a:pt x="2045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40"/>
                <p:cNvSpPr/>
                <p:nvPr/>
              </p:nvSpPr>
              <p:spPr>
                <a:xfrm>
                  <a:off x="5030025" y="2326025"/>
                  <a:ext cx="137300" cy="106925"/>
                </a:xfrm>
                <a:custGeom>
                  <a:rect b="b" l="l" r="r" t="t"/>
                  <a:pathLst>
                    <a:path extrusionOk="0" h="4277" w="5492">
                      <a:moveTo>
                        <a:pt x="370" y="1"/>
                      </a:moveTo>
                      <a:cubicBezTo>
                        <a:pt x="370" y="1"/>
                        <a:pt x="0" y="408"/>
                        <a:pt x="0" y="777"/>
                      </a:cubicBezTo>
                      <a:cubicBezTo>
                        <a:pt x="0" y="1517"/>
                        <a:pt x="222" y="1738"/>
                        <a:pt x="999" y="2404"/>
                      </a:cubicBezTo>
                      <a:cubicBezTo>
                        <a:pt x="1812" y="3032"/>
                        <a:pt x="2625" y="3920"/>
                        <a:pt x="3587" y="4216"/>
                      </a:cubicBezTo>
                      <a:cubicBezTo>
                        <a:pt x="3749" y="4258"/>
                        <a:pt x="3911" y="4276"/>
                        <a:pt x="4066" y="4276"/>
                      </a:cubicBezTo>
                      <a:cubicBezTo>
                        <a:pt x="4864" y="4276"/>
                        <a:pt x="5492" y="3786"/>
                        <a:pt x="5213" y="3476"/>
                      </a:cubicBezTo>
                      <a:cubicBezTo>
                        <a:pt x="4880" y="3069"/>
                        <a:pt x="3882" y="2293"/>
                        <a:pt x="3882" y="2293"/>
                      </a:cubicBezTo>
                      <a:cubicBezTo>
                        <a:pt x="3666" y="2478"/>
                        <a:pt x="3463" y="2567"/>
                        <a:pt x="3222" y="2567"/>
                      </a:cubicBezTo>
                      <a:cubicBezTo>
                        <a:pt x="2885" y="2567"/>
                        <a:pt x="2473" y="2394"/>
                        <a:pt x="1849" y="2071"/>
                      </a:cubicBezTo>
                      <a:cubicBezTo>
                        <a:pt x="740" y="1480"/>
                        <a:pt x="370" y="1"/>
                        <a:pt x="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3" name="Google Shape;1233;p40"/>
                <p:cNvSpPr/>
                <p:nvPr/>
              </p:nvSpPr>
              <p:spPr>
                <a:xfrm>
                  <a:off x="4786025" y="1833400"/>
                  <a:ext cx="360475" cy="244950"/>
                </a:xfrm>
                <a:custGeom>
                  <a:rect b="b" l="l" r="r" t="t"/>
                  <a:pathLst>
                    <a:path extrusionOk="0" h="9798" w="14419">
                      <a:moveTo>
                        <a:pt x="7172" y="0"/>
                      </a:moveTo>
                      <a:cubicBezTo>
                        <a:pt x="7172" y="0"/>
                        <a:pt x="5819" y="1672"/>
                        <a:pt x="3610" y="1672"/>
                      </a:cubicBezTo>
                      <a:cubicBezTo>
                        <a:pt x="2807" y="1672"/>
                        <a:pt x="1892" y="1452"/>
                        <a:pt x="887" y="851"/>
                      </a:cubicBezTo>
                      <a:lnTo>
                        <a:pt x="887" y="851"/>
                      </a:lnTo>
                      <a:cubicBezTo>
                        <a:pt x="887" y="851"/>
                        <a:pt x="0" y="3698"/>
                        <a:pt x="1072" y="5657"/>
                      </a:cubicBezTo>
                      <a:cubicBezTo>
                        <a:pt x="1996" y="7247"/>
                        <a:pt x="8725" y="9798"/>
                        <a:pt x="8725" y="9798"/>
                      </a:cubicBezTo>
                      <a:cubicBezTo>
                        <a:pt x="8725" y="9798"/>
                        <a:pt x="8873" y="8689"/>
                        <a:pt x="10352" y="6988"/>
                      </a:cubicBezTo>
                      <a:cubicBezTo>
                        <a:pt x="11424" y="5805"/>
                        <a:pt x="14419" y="4659"/>
                        <a:pt x="14419" y="4659"/>
                      </a:cubicBezTo>
                      <a:cubicBezTo>
                        <a:pt x="14419" y="4659"/>
                        <a:pt x="11313" y="2625"/>
                        <a:pt x="10352" y="1960"/>
                      </a:cubicBezTo>
                      <a:cubicBezTo>
                        <a:pt x="9612" y="1442"/>
                        <a:pt x="7172" y="0"/>
                        <a:pt x="71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4" name="Google Shape;1234;p40"/>
                <p:cNvSpPr/>
                <p:nvPr/>
              </p:nvSpPr>
              <p:spPr>
                <a:xfrm>
                  <a:off x="4876725" y="1550725"/>
                  <a:ext cx="129300" cy="132050"/>
                </a:xfrm>
                <a:custGeom>
                  <a:rect b="b" l="l" r="r" t="t"/>
                  <a:pathLst>
                    <a:path extrusionOk="0" h="5282" w="5172">
                      <a:moveTo>
                        <a:pt x="1539" y="1"/>
                      </a:moveTo>
                      <a:cubicBezTo>
                        <a:pt x="765" y="1"/>
                        <a:pt x="1" y="956"/>
                        <a:pt x="32" y="956"/>
                      </a:cubicBezTo>
                      <a:lnTo>
                        <a:pt x="3138" y="5281"/>
                      </a:lnTo>
                      <a:cubicBezTo>
                        <a:pt x="3138" y="5281"/>
                        <a:pt x="4136" y="4468"/>
                        <a:pt x="4469" y="4061"/>
                      </a:cubicBezTo>
                      <a:cubicBezTo>
                        <a:pt x="4875" y="3544"/>
                        <a:pt x="5171" y="2730"/>
                        <a:pt x="5171" y="2730"/>
                      </a:cubicBezTo>
                      <a:cubicBezTo>
                        <a:pt x="5171" y="2730"/>
                        <a:pt x="2805" y="549"/>
                        <a:pt x="1955" y="105"/>
                      </a:cubicBezTo>
                      <a:cubicBezTo>
                        <a:pt x="1819" y="32"/>
                        <a:pt x="1679" y="1"/>
                        <a:pt x="15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5" name="Google Shape;1235;p40"/>
                <p:cNvSpPr/>
                <p:nvPr/>
              </p:nvSpPr>
              <p:spPr>
                <a:xfrm>
                  <a:off x="4749050" y="1554275"/>
                  <a:ext cx="233850" cy="336450"/>
                </a:xfrm>
                <a:custGeom>
                  <a:rect b="b" l="l" r="r" t="t"/>
                  <a:pathLst>
                    <a:path extrusionOk="0" h="13458" w="9354">
                      <a:moveTo>
                        <a:pt x="5657" y="0"/>
                      </a:moveTo>
                      <a:cubicBezTo>
                        <a:pt x="5398" y="37"/>
                        <a:pt x="5213" y="74"/>
                        <a:pt x="5213" y="74"/>
                      </a:cubicBezTo>
                      <a:cubicBezTo>
                        <a:pt x="5213" y="74"/>
                        <a:pt x="5102" y="1183"/>
                        <a:pt x="5213" y="1553"/>
                      </a:cubicBezTo>
                      <a:cubicBezTo>
                        <a:pt x="5731" y="2773"/>
                        <a:pt x="5879" y="3882"/>
                        <a:pt x="5879" y="4030"/>
                      </a:cubicBezTo>
                      <a:cubicBezTo>
                        <a:pt x="5842" y="3956"/>
                        <a:pt x="5102" y="3143"/>
                        <a:pt x="4622" y="2810"/>
                      </a:cubicBezTo>
                      <a:cubicBezTo>
                        <a:pt x="4178" y="2477"/>
                        <a:pt x="2884" y="1553"/>
                        <a:pt x="2884" y="1553"/>
                      </a:cubicBezTo>
                      <a:cubicBezTo>
                        <a:pt x="2884" y="1553"/>
                        <a:pt x="703" y="3180"/>
                        <a:pt x="518" y="3919"/>
                      </a:cubicBezTo>
                      <a:cubicBezTo>
                        <a:pt x="0" y="6433"/>
                        <a:pt x="2551" y="7653"/>
                        <a:pt x="2551" y="7653"/>
                      </a:cubicBezTo>
                      <a:cubicBezTo>
                        <a:pt x="2625" y="8910"/>
                        <a:pt x="2329" y="12053"/>
                        <a:pt x="2329" y="12053"/>
                      </a:cubicBezTo>
                      <a:cubicBezTo>
                        <a:pt x="2329" y="12053"/>
                        <a:pt x="3845" y="13458"/>
                        <a:pt x="5916" y="13458"/>
                      </a:cubicBezTo>
                      <a:cubicBezTo>
                        <a:pt x="7727" y="13458"/>
                        <a:pt x="9243" y="11461"/>
                        <a:pt x="9243" y="11461"/>
                      </a:cubicBezTo>
                      <a:cubicBezTo>
                        <a:pt x="9243" y="11461"/>
                        <a:pt x="8504" y="9613"/>
                        <a:pt x="8430" y="8910"/>
                      </a:cubicBezTo>
                      <a:cubicBezTo>
                        <a:pt x="8356" y="8319"/>
                        <a:pt x="8282" y="7173"/>
                        <a:pt x="8504" y="6544"/>
                      </a:cubicBezTo>
                      <a:cubicBezTo>
                        <a:pt x="8725" y="5990"/>
                        <a:pt x="8873" y="5583"/>
                        <a:pt x="8984" y="5176"/>
                      </a:cubicBezTo>
                      <a:cubicBezTo>
                        <a:pt x="9354" y="3697"/>
                        <a:pt x="7727" y="2366"/>
                        <a:pt x="7320" y="1923"/>
                      </a:cubicBezTo>
                      <a:cubicBezTo>
                        <a:pt x="6840" y="1479"/>
                        <a:pt x="6063" y="407"/>
                        <a:pt x="565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6" name="Google Shape;1236;p40"/>
                <p:cNvSpPr/>
                <p:nvPr/>
              </p:nvSpPr>
              <p:spPr>
                <a:xfrm>
                  <a:off x="4868275" y="1565350"/>
                  <a:ext cx="74900" cy="94300"/>
                </a:xfrm>
                <a:custGeom>
                  <a:rect b="b" l="l" r="r" t="t"/>
                  <a:pathLst>
                    <a:path extrusionOk="0" h="3772" w="2996">
                      <a:moveTo>
                        <a:pt x="888" y="1"/>
                      </a:moveTo>
                      <a:lnTo>
                        <a:pt x="0" y="260"/>
                      </a:lnTo>
                      <a:lnTo>
                        <a:pt x="1294" y="3772"/>
                      </a:lnTo>
                      <a:cubicBezTo>
                        <a:pt x="1294" y="3772"/>
                        <a:pt x="2588" y="3254"/>
                        <a:pt x="2921" y="2922"/>
                      </a:cubicBezTo>
                      <a:cubicBezTo>
                        <a:pt x="2995" y="2367"/>
                        <a:pt x="925" y="1"/>
                        <a:pt x="88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7" name="Google Shape;1237;p40"/>
                <p:cNvSpPr/>
                <p:nvPr/>
              </p:nvSpPr>
              <p:spPr>
                <a:xfrm>
                  <a:off x="4762900" y="1741900"/>
                  <a:ext cx="333700" cy="206150"/>
                </a:xfrm>
                <a:custGeom>
                  <a:rect b="b" l="l" r="r" t="t"/>
                  <a:pathLst>
                    <a:path extrusionOk="0" h="8246" w="13348">
                      <a:moveTo>
                        <a:pt x="2330" y="0"/>
                      </a:moveTo>
                      <a:lnTo>
                        <a:pt x="1" y="814"/>
                      </a:lnTo>
                      <a:cubicBezTo>
                        <a:pt x="1" y="814"/>
                        <a:pt x="925" y="2884"/>
                        <a:pt x="1332" y="3587"/>
                      </a:cubicBezTo>
                      <a:cubicBezTo>
                        <a:pt x="1738" y="4215"/>
                        <a:pt x="2367" y="5139"/>
                        <a:pt x="3661" y="6027"/>
                      </a:cubicBezTo>
                      <a:cubicBezTo>
                        <a:pt x="5399" y="7247"/>
                        <a:pt x="7876" y="8208"/>
                        <a:pt x="8800" y="8245"/>
                      </a:cubicBezTo>
                      <a:cubicBezTo>
                        <a:pt x="8816" y="8246"/>
                        <a:pt x="8832" y="8246"/>
                        <a:pt x="8848" y="8246"/>
                      </a:cubicBezTo>
                      <a:cubicBezTo>
                        <a:pt x="9676" y="8246"/>
                        <a:pt x="10344" y="7319"/>
                        <a:pt x="11831" y="7247"/>
                      </a:cubicBezTo>
                      <a:cubicBezTo>
                        <a:pt x="13347" y="7136"/>
                        <a:pt x="12867" y="6396"/>
                        <a:pt x="12238" y="6064"/>
                      </a:cubicBezTo>
                      <a:cubicBezTo>
                        <a:pt x="12074" y="5954"/>
                        <a:pt x="11836" y="5906"/>
                        <a:pt x="11542" y="5906"/>
                      </a:cubicBezTo>
                      <a:cubicBezTo>
                        <a:pt x="10838" y="5906"/>
                        <a:pt x="9809" y="6179"/>
                        <a:pt x="8689" y="6544"/>
                      </a:cubicBezTo>
                      <a:cubicBezTo>
                        <a:pt x="8648" y="6558"/>
                        <a:pt x="8602" y="6564"/>
                        <a:pt x="8552" y="6564"/>
                      </a:cubicBezTo>
                      <a:cubicBezTo>
                        <a:pt x="7639" y="6564"/>
                        <a:pt x="5235" y="4464"/>
                        <a:pt x="4955" y="4289"/>
                      </a:cubicBezTo>
                      <a:cubicBezTo>
                        <a:pt x="4548" y="4030"/>
                        <a:pt x="3365" y="2736"/>
                        <a:pt x="3106" y="1960"/>
                      </a:cubicBezTo>
                      <a:cubicBezTo>
                        <a:pt x="2811" y="1183"/>
                        <a:pt x="2367" y="0"/>
                        <a:pt x="2330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p40"/>
                <p:cNvSpPr/>
                <p:nvPr/>
              </p:nvSpPr>
              <p:spPr>
                <a:xfrm>
                  <a:off x="4817450" y="1510825"/>
                  <a:ext cx="85050" cy="148825"/>
                </a:xfrm>
                <a:custGeom>
                  <a:rect b="b" l="l" r="r" t="t"/>
                  <a:pathLst>
                    <a:path extrusionOk="0" h="5953" w="3402">
                      <a:moveTo>
                        <a:pt x="444" y="1"/>
                      </a:moveTo>
                      <a:cubicBezTo>
                        <a:pt x="444" y="1"/>
                        <a:pt x="407" y="1775"/>
                        <a:pt x="0" y="3439"/>
                      </a:cubicBezTo>
                      <a:cubicBezTo>
                        <a:pt x="222" y="3920"/>
                        <a:pt x="1294" y="4289"/>
                        <a:pt x="1812" y="4696"/>
                      </a:cubicBezTo>
                      <a:cubicBezTo>
                        <a:pt x="2218" y="5029"/>
                        <a:pt x="2958" y="5694"/>
                        <a:pt x="3364" y="5953"/>
                      </a:cubicBezTo>
                      <a:cubicBezTo>
                        <a:pt x="3401" y="5140"/>
                        <a:pt x="3180" y="4215"/>
                        <a:pt x="2995" y="3957"/>
                      </a:cubicBezTo>
                      <a:cubicBezTo>
                        <a:pt x="2736" y="3254"/>
                        <a:pt x="2662" y="1997"/>
                        <a:pt x="2662" y="1997"/>
                      </a:cubicBezTo>
                      <a:lnTo>
                        <a:pt x="444" y="1"/>
                      </a:lnTo>
                      <a:close/>
                    </a:path>
                  </a:pathLst>
                </a:custGeom>
                <a:solidFill>
                  <a:srgbClr val="FFA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9" name="Google Shape;1239;p40"/>
                <p:cNvSpPr/>
                <p:nvPr/>
              </p:nvSpPr>
              <p:spPr>
                <a:xfrm>
                  <a:off x="4807275" y="1429900"/>
                  <a:ext cx="134425" cy="150750"/>
                </a:xfrm>
                <a:custGeom>
                  <a:rect b="b" l="l" r="r" t="t"/>
                  <a:pathLst>
                    <a:path extrusionOk="0" h="6030" w="5377">
                      <a:moveTo>
                        <a:pt x="2566" y="0"/>
                      </a:moveTo>
                      <a:cubicBezTo>
                        <a:pt x="2030" y="0"/>
                        <a:pt x="1520" y="179"/>
                        <a:pt x="1183" y="428"/>
                      </a:cubicBezTo>
                      <a:cubicBezTo>
                        <a:pt x="555" y="909"/>
                        <a:pt x="0" y="2424"/>
                        <a:pt x="370" y="3718"/>
                      </a:cubicBezTo>
                      <a:cubicBezTo>
                        <a:pt x="666" y="4827"/>
                        <a:pt x="1923" y="5752"/>
                        <a:pt x="2477" y="5974"/>
                      </a:cubicBezTo>
                      <a:cubicBezTo>
                        <a:pt x="2562" y="6012"/>
                        <a:pt x="2653" y="6030"/>
                        <a:pt x="2746" y="6030"/>
                      </a:cubicBezTo>
                      <a:cubicBezTo>
                        <a:pt x="3832" y="6030"/>
                        <a:pt x="5376" y="3588"/>
                        <a:pt x="4696" y="1648"/>
                      </a:cubicBezTo>
                      <a:cubicBezTo>
                        <a:pt x="4271" y="419"/>
                        <a:pt x="3387" y="0"/>
                        <a:pt x="2566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40"/>
                <p:cNvSpPr/>
                <p:nvPr/>
              </p:nvSpPr>
              <p:spPr>
                <a:xfrm>
                  <a:off x="4799875" y="1577375"/>
                  <a:ext cx="100775" cy="98925"/>
                </a:xfrm>
                <a:custGeom>
                  <a:rect b="b" l="l" r="r" t="t"/>
                  <a:pathLst>
                    <a:path extrusionOk="0" h="3957" w="4031">
                      <a:moveTo>
                        <a:pt x="703" y="1"/>
                      </a:moveTo>
                      <a:cubicBezTo>
                        <a:pt x="703" y="1"/>
                        <a:pt x="1" y="962"/>
                        <a:pt x="1" y="1295"/>
                      </a:cubicBezTo>
                      <a:cubicBezTo>
                        <a:pt x="370" y="1997"/>
                        <a:pt x="1516" y="2958"/>
                        <a:pt x="2589" y="3956"/>
                      </a:cubicBezTo>
                      <a:cubicBezTo>
                        <a:pt x="3883" y="3882"/>
                        <a:pt x="4030" y="3291"/>
                        <a:pt x="4030" y="3291"/>
                      </a:cubicBezTo>
                      <a:cubicBezTo>
                        <a:pt x="4030" y="3291"/>
                        <a:pt x="3328" y="2367"/>
                        <a:pt x="2219" y="1184"/>
                      </a:cubicBezTo>
                      <a:cubicBezTo>
                        <a:pt x="1516" y="444"/>
                        <a:pt x="703" y="1"/>
                        <a:pt x="70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40"/>
                <p:cNvSpPr/>
                <p:nvPr/>
              </p:nvSpPr>
              <p:spPr>
                <a:xfrm>
                  <a:off x="4791550" y="1408950"/>
                  <a:ext cx="149775" cy="119950"/>
                </a:xfrm>
                <a:custGeom>
                  <a:rect b="b" l="l" r="r" t="t"/>
                  <a:pathLst>
                    <a:path extrusionOk="0" h="4798" w="5991">
                      <a:moveTo>
                        <a:pt x="3084" y="1"/>
                      </a:moveTo>
                      <a:cubicBezTo>
                        <a:pt x="2761" y="1"/>
                        <a:pt x="2414" y="91"/>
                        <a:pt x="1997" y="268"/>
                      </a:cubicBezTo>
                      <a:cubicBezTo>
                        <a:pt x="1480" y="490"/>
                        <a:pt x="629" y="1081"/>
                        <a:pt x="371" y="1783"/>
                      </a:cubicBezTo>
                      <a:cubicBezTo>
                        <a:pt x="1" y="2893"/>
                        <a:pt x="334" y="4150"/>
                        <a:pt x="925" y="4741"/>
                      </a:cubicBezTo>
                      <a:cubicBezTo>
                        <a:pt x="1221" y="4741"/>
                        <a:pt x="1489" y="4797"/>
                        <a:pt x="1815" y="4797"/>
                      </a:cubicBezTo>
                      <a:cubicBezTo>
                        <a:pt x="2018" y="4797"/>
                        <a:pt x="2245" y="4775"/>
                        <a:pt x="2515" y="4704"/>
                      </a:cubicBezTo>
                      <a:cubicBezTo>
                        <a:pt x="3587" y="4408"/>
                        <a:pt x="5990" y="3558"/>
                        <a:pt x="5990" y="3558"/>
                      </a:cubicBezTo>
                      <a:cubicBezTo>
                        <a:pt x="5990" y="2375"/>
                        <a:pt x="5694" y="1636"/>
                        <a:pt x="4992" y="1044"/>
                      </a:cubicBezTo>
                      <a:cubicBezTo>
                        <a:pt x="4237" y="338"/>
                        <a:pt x="3707" y="1"/>
                        <a:pt x="30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40"/>
                <p:cNvSpPr/>
                <p:nvPr/>
              </p:nvSpPr>
              <p:spPr>
                <a:xfrm>
                  <a:off x="4728700" y="1637450"/>
                  <a:ext cx="122050" cy="155725"/>
                </a:xfrm>
                <a:custGeom>
                  <a:rect b="b" l="l" r="r" t="t"/>
                  <a:pathLst>
                    <a:path extrusionOk="0" h="6229" w="4882">
                      <a:moveTo>
                        <a:pt x="2110" y="1"/>
                      </a:moveTo>
                      <a:cubicBezTo>
                        <a:pt x="1926" y="1"/>
                        <a:pt x="1739" y="68"/>
                        <a:pt x="1554" y="222"/>
                      </a:cubicBezTo>
                      <a:cubicBezTo>
                        <a:pt x="1" y="1553"/>
                        <a:pt x="518" y="3254"/>
                        <a:pt x="814" y="4178"/>
                      </a:cubicBezTo>
                      <a:cubicBezTo>
                        <a:pt x="962" y="4548"/>
                        <a:pt x="1110" y="5435"/>
                        <a:pt x="1406" y="6101"/>
                      </a:cubicBezTo>
                      <a:cubicBezTo>
                        <a:pt x="1627" y="6181"/>
                        <a:pt x="1979" y="6229"/>
                        <a:pt x="2376" y="6229"/>
                      </a:cubicBezTo>
                      <a:cubicBezTo>
                        <a:pt x="3440" y="6229"/>
                        <a:pt x="4827" y="5887"/>
                        <a:pt x="4881" y="4918"/>
                      </a:cubicBezTo>
                      <a:cubicBezTo>
                        <a:pt x="4696" y="4437"/>
                        <a:pt x="4289" y="3180"/>
                        <a:pt x="4068" y="2293"/>
                      </a:cubicBezTo>
                      <a:cubicBezTo>
                        <a:pt x="3852" y="1647"/>
                        <a:pt x="3022" y="1"/>
                        <a:pt x="21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3" name="Google Shape;1243;p40"/>
                <p:cNvSpPr/>
                <p:nvPr/>
              </p:nvSpPr>
              <p:spPr>
                <a:xfrm>
                  <a:off x="5047575" y="1676275"/>
                  <a:ext cx="41625" cy="25900"/>
                </a:xfrm>
                <a:custGeom>
                  <a:rect b="b" l="l" r="r" t="t"/>
                  <a:pathLst>
                    <a:path extrusionOk="0" h="1036" w="1665">
                      <a:moveTo>
                        <a:pt x="186" y="0"/>
                      </a:moveTo>
                      <a:lnTo>
                        <a:pt x="1" y="925"/>
                      </a:lnTo>
                      <a:lnTo>
                        <a:pt x="1406" y="1036"/>
                      </a:lnTo>
                      <a:lnTo>
                        <a:pt x="1664" y="185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4" name="Google Shape;1244;p40"/>
                <p:cNvSpPr/>
                <p:nvPr/>
              </p:nvSpPr>
              <p:spPr>
                <a:xfrm>
                  <a:off x="5653900" y="1867600"/>
                  <a:ext cx="20350" cy="52700"/>
                </a:xfrm>
                <a:custGeom>
                  <a:rect b="b" l="l" r="r" t="t"/>
                  <a:pathLst>
                    <a:path extrusionOk="0" h="2108" w="814">
                      <a:moveTo>
                        <a:pt x="1" y="0"/>
                      </a:moveTo>
                      <a:lnTo>
                        <a:pt x="1" y="1701"/>
                      </a:lnTo>
                      <a:cubicBezTo>
                        <a:pt x="1" y="1923"/>
                        <a:pt x="185" y="2108"/>
                        <a:pt x="407" y="2108"/>
                      </a:cubicBezTo>
                      <a:cubicBezTo>
                        <a:pt x="629" y="2108"/>
                        <a:pt x="814" y="1923"/>
                        <a:pt x="814" y="1701"/>
                      </a:cubicBezTo>
                      <a:lnTo>
                        <a:pt x="814" y="0"/>
                      </a:lnTo>
                      <a:cubicBezTo>
                        <a:pt x="814" y="111"/>
                        <a:pt x="629" y="222"/>
                        <a:pt x="407" y="222"/>
                      </a:cubicBezTo>
                      <a:cubicBezTo>
                        <a:pt x="185" y="222"/>
                        <a:pt x="1" y="111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40"/>
                <p:cNvSpPr/>
                <p:nvPr/>
              </p:nvSpPr>
              <p:spPr>
                <a:xfrm>
                  <a:off x="5622475" y="1849100"/>
                  <a:ext cx="21275" cy="52725"/>
                </a:xfrm>
                <a:custGeom>
                  <a:rect b="b" l="l" r="r" t="t"/>
                  <a:pathLst>
                    <a:path extrusionOk="0" h="2109" w="851">
                      <a:moveTo>
                        <a:pt x="1" y="1"/>
                      </a:moveTo>
                      <a:lnTo>
                        <a:pt x="1" y="1702"/>
                      </a:lnTo>
                      <a:cubicBezTo>
                        <a:pt x="1" y="1923"/>
                        <a:pt x="185" y="2108"/>
                        <a:pt x="407" y="2108"/>
                      </a:cubicBezTo>
                      <a:cubicBezTo>
                        <a:pt x="666" y="2108"/>
                        <a:pt x="851" y="1923"/>
                        <a:pt x="851" y="1702"/>
                      </a:cubicBezTo>
                      <a:lnTo>
                        <a:pt x="851" y="1"/>
                      </a:lnTo>
                      <a:cubicBezTo>
                        <a:pt x="851" y="112"/>
                        <a:pt x="666" y="223"/>
                        <a:pt x="407" y="223"/>
                      </a:cubicBezTo>
                      <a:cubicBezTo>
                        <a:pt x="148" y="223"/>
                        <a:pt x="1" y="112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p40"/>
                <p:cNvSpPr/>
                <p:nvPr/>
              </p:nvSpPr>
              <p:spPr>
                <a:xfrm>
                  <a:off x="5540225" y="1800125"/>
                  <a:ext cx="186725" cy="146975"/>
                </a:xfrm>
                <a:custGeom>
                  <a:rect b="b" l="l" r="r" t="t"/>
                  <a:pathLst>
                    <a:path extrusionOk="0" h="5879" w="7469">
                      <a:moveTo>
                        <a:pt x="1627" y="1"/>
                      </a:moveTo>
                      <a:lnTo>
                        <a:pt x="0" y="925"/>
                      </a:lnTo>
                      <a:cubicBezTo>
                        <a:pt x="0" y="925"/>
                        <a:pt x="4363" y="3328"/>
                        <a:pt x="4991" y="3698"/>
                      </a:cubicBezTo>
                      <a:cubicBezTo>
                        <a:pt x="5657" y="4067"/>
                        <a:pt x="5657" y="4289"/>
                        <a:pt x="5731" y="4474"/>
                      </a:cubicBezTo>
                      <a:cubicBezTo>
                        <a:pt x="5842" y="4659"/>
                        <a:pt x="5842" y="5879"/>
                        <a:pt x="5842" y="5879"/>
                      </a:cubicBezTo>
                      <a:lnTo>
                        <a:pt x="7468" y="4955"/>
                      </a:lnTo>
                      <a:cubicBezTo>
                        <a:pt x="7468" y="4955"/>
                        <a:pt x="7394" y="3808"/>
                        <a:pt x="7357" y="3550"/>
                      </a:cubicBezTo>
                      <a:cubicBezTo>
                        <a:pt x="7320" y="3291"/>
                        <a:pt x="6951" y="2921"/>
                        <a:pt x="6655" y="2773"/>
                      </a:cubicBezTo>
                      <a:cubicBezTo>
                        <a:pt x="6359" y="2625"/>
                        <a:pt x="3069" y="851"/>
                        <a:pt x="2551" y="481"/>
                      </a:cubicBezTo>
                      <a:cubicBezTo>
                        <a:pt x="2108" y="111"/>
                        <a:pt x="1627" y="1"/>
                        <a:pt x="16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40"/>
                <p:cNvSpPr/>
                <p:nvPr/>
              </p:nvSpPr>
              <p:spPr>
                <a:xfrm>
                  <a:off x="5533750" y="1822550"/>
                  <a:ext cx="151600" cy="122700"/>
                </a:xfrm>
                <a:custGeom>
                  <a:rect b="b" l="l" r="r" t="t"/>
                  <a:pathLst>
                    <a:path extrusionOk="0" h="4908" w="6064">
                      <a:moveTo>
                        <a:pt x="338" y="0"/>
                      </a:moveTo>
                      <a:cubicBezTo>
                        <a:pt x="278" y="0"/>
                        <a:pt x="222" y="9"/>
                        <a:pt x="185" y="28"/>
                      </a:cubicBezTo>
                      <a:cubicBezTo>
                        <a:pt x="37" y="139"/>
                        <a:pt x="0" y="250"/>
                        <a:pt x="0" y="434"/>
                      </a:cubicBezTo>
                      <a:lnTo>
                        <a:pt x="0" y="1544"/>
                      </a:lnTo>
                      <a:lnTo>
                        <a:pt x="74" y="1618"/>
                      </a:lnTo>
                      <a:lnTo>
                        <a:pt x="74" y="434"/>
                      </a:lnTo>
                      <a:cubicBezTo>
                        <a:pt x="74" y="250"/>
                        <a:pt x="148" y="176"/>
                        <a:pt x="222" y="139"/>
                      </a:cubicBezTo>
                      <a:lnTo>
                        <a:pt x="444" y="139"/>
                      </a:lnTo>
                      <a:lnTo>
                        <a:pt x="5546" y="2985"/>
                      </a:lnTo>
                      <a:cubicBezTo>
                        <a:pt x="5768" y="3133"/>
                        <a:pt x="5953" y="3503"/>
                        <a:pt x="5953" y="3762"/>
                      </a:cubicBezTo>
                      <a:lnTo>
                        <a:pt x="5953" y="4871"/>
                      </a:lnTo>
                      <a:lnTo>
                        <a:pt x="6064" y="4908"/>
                      </a:lnTo>
                      <a:lnTo>
                        <a:pt x="6064" y="3762"/>
                      </a:lnTo>
                      <a:cubicBezTo>
                        <a:pt x="6064" y="3429"/>
                        <a:pt x="5879" y="3022"/>
                        <a:pt x="5583" y="2875"/>
                      </a:cubicBezTo>
                      <a:lnTo>
                        <a:pt x="518" y="28"/>
                      </a:lnTo>
                      <a:cubicBezTo>
                        <a:pt x="463" y="9"/>
                        <a:pt x="398" y="0"/>
                        <a:pt x="338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40"/>
                <p:cNvSpPr/>
                <p:nvPr/>
              </p:nvSpPr>
              <p:spPr>
                <a:xfrm>
                  <a:off x="5653900" y="1800125"/>
                  <a:ext cx="20350" cy="45325"/>
                </a:xfrm>
                <a:custGeom>
                  <a:rect b="b" l="l" r="r" t="t"/>
                  <a:pathLst>
                    <a:path extrusionOk="0" h="1813" w="814">
                      <a:moveTo>
                        <a:pt x="407" y="1"/>
                      </a:moveTo>
                      <a:cubicBezTo>
                        <a:pt x="185" y="1"/>
                        <a:pt x="1" y="185"/>
                        <a:pt x="1" y="407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07" y="1590"/>
                      </a:cubicBezTo>
                      <a:cubicBezTo>
                        <a:pt x="629" y="1590"/>
                        <a:pt x="814" y="1664"/>
                        <a:pt x="814" y="1812"/>
                      </a:cubicBezTo>
                      <a:lnTo>
                        <a:pt x="814" y="407"/>
                      </a:lnTo>
                      <a:cubicBezTo>
                        <a:pt x="814" y="185"/>
                        <a:pt x="629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40"/>
                <p:cNvSpPr/>
                <p:nvPr/>
              </p:nvSpPr>
              <p:spPr>
                <a:xfrm>
                  <a:off x="5653900" y="1838025"/>
                  <a:ext cx="20350" cy="12950"/>
                </a:xfrm>
                <a:custGeom>
                  <a:rect b="b" l="l" r="r" t="t"/>
                  <a:pathLst>
                    <a:path extrusionOk="0" h="518" w="814">
                      <a:moveTo>
                        <a:pt x="407" y="0"/>
                      </a:moveTo>
                      <a:cubicBezTo>
                        <a:pt x="185" y="0"/>
                        <a:pt x="1" y="111"/>
                        <a:pt x="1" y="259"/>
                      </a:cubicBezTo>
                      <a:lnTo>
                        <a:pt x="1" y="296"/>
                      </a:lnTo>
                      <a:cubicBezTo>
                        <a:pt x="1" y="444"/>
                        <a:pt x="185" y="518"/>
                        <a:pt x="407" y="518"/>
                      </a:cubicBezTo>
                      <a:cubicBezTo>
                        <a:pt x="629" y="518"/>
                        <a:pt x="814" y="444"/>
                        <a:pt x="814" y="296"/>
                      </a:cubicBezTo>
                      <a:lnTo>
                        <a:pt x="814" y="259"/>
                      </a:lnTo>
                      <a:cubicBezTo>
                        <a:pt x="814" y="111"/>
                        <a:pt x="629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40"/>
                <p:cNvSpPr/>
                <p:nvPr/>
              </p:nvSpPr>
              <p:spPr>
                <a:xfrm>
                  <a:off x="5653900" y="1845425"/>
                  <a:ext cx="20350" cy="27750"/>
                </a:xfrm>
                <a:custGeom>
                  <a:rect b="b" l="l" r="r" t="t"/>
                  <a:pathLst>
                    <a:path extrusionOk="0" h="1110" w="814">
                      <a:moveTo>
                        <a:pt x="1" y="0"/>
                      </a:moveTo>
                      <a:lnTo>
                        <a:pt x="1" y="813"/>
                      </a:lnTo>
                      <a:lnTo>
                        <a:pt x="1" y="887"/>
                      </a:lnTo>
                      <a:cubicBezTo>
                        <a:pt x="1" y="998"/>
                        <a:pt x="185" y="1109"/>
                        <a:pt x="407" y="1109"/>
                      </a:cubicBezTo>
                      <a:cubicBezTo>
                        <a:pt x="629" y="1109"/>
                        <a:pt x="814" y="998"/>
                        <a:pt x="814" y="887"/>
                      </a:cubicBezTo>
                      <a:lnTo>
                        <a:pt x="814" y="37"/>
                      </a:lnTo>
                      <a:cubicBezTo>
                        <a:pt x="814" y="148"/>
                        <a:pt x="629" y="222"/>
                        <a:pt x="407" y="222"/>
                      </a:cubicBezTo>
                      <a:cubicBezTo>
                        <a:pt x="185" y="222"/>
                        <a:pt x="1" y="148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40"/>
                <p:cNvSpPr/>
                <p:nvPr/>
              </p:nvSpPr>
              <p:spPr>
                <a:xfrm>
                  <a:off x="5648350" y="1798275"/>
                  <a:ext cx="32375" cy="18500"/>
                </a:xfrm>
                <a:custGeom>
                  <a:rect b="b" l="l" r="r" t="t"/>
                  <a:pathLst>
                    <a:path extrusionOk="0" h="740" w="1295">
                      <a:moveTo>
                        <a:pt x="629" y="1"/>
                      </a:moveTo>
                      <a:cubicBezTo>
                        <a:pt x="260" y="1"/>
                        <a:pt x="1" y="185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40"/>
                <p:cNvSpPr/>
                <p:nvPr/>
              </p:nvSpPr>
              <p:spPr>
                <a:xfrm>
                  <a:off x="5648350" y="1793650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29" y="1"/>
                      </a:moveTo>
                      <a:cubicBezTo>
                        <a:pt x="260" y="1"/>
                        <a:pt x="1" y="112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3" name="Google Shape;1253;p40"/>
                <p:cNvSpPr/>
                <p:nvPr/>
              </p:nvSpPr>
              <p:spPr>
                <a:xfrm>
                  <a:off x="5653900" y="1795500"/>
                  <a:ext cx="23125" cy="12050"/>
                </a:xfrm>
                <a:custGeom>
                  <a:rect b="b" l="l" r="r" t="t"/>
                  <a:pathLst>
                    <a:path extrusionOk="0" h="482" w="925">
                      <a:moveTo>
                        <a:pt x="444" y="1"/>
                      </a:moveTo>
                      <a:cubicBezTo>
                        <a:pt x="185" y="1"/>
                        <a:pt x="1" y="112"/>
                        <a:pt x="1" y="222"/>
                      </a:cubicBezTo>
                      <a:cubicBezTo>
                        <a:pt x="1" y="370"/>
                        <a:pt x="185" y="481"/>
                        <a:pt x="444" y="481"/>
                      </a:cubicBezTo>
                      <a:cubicBezTo>
                        <a:pt x="703" y="481"/>
                        <a:pt x="925" y="370"/>
                        <a:pt x="925" y="222"/>
                      </a:cubicBezTo>
                      <a:cubicBezTo>
                        <a:pt x="925" y="112"/>
                        <a:pt x="740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4" name="Google Shape;1254;p40"/>
                <p:cNvSpPr/>
                <p:nvPr/>
              </p:nvSpPr>
              <p:spPr>
                <a:xfrm>
                  <a:off x="5622475" y="1781650"/>
                  <a:ext cx="21275" cy="45300"/>
                </a:xfrm>
                <a:custGeom>
                  <a:rect b="b" l="l" r="r" t="t"/>
                  <a:pathLst>
                    <a:path extrusionOk="0" h="1812" w="851">
                      <a:moveTo>
                        <a:pt x="407" y="0"/>
                      </a:moveTo>
                      <a:cubicBezTo>
                        <a:pt x="185" y="0"/>
                        <a:pt x="1" y="185"/>
                        <a:pt x="1" y="407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07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07"/>
                      </a:lnTo>
                      <a:cubicBezTo>
                        <a:pt x="851" y="185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40"/>
                <p:cNvSpPr/>
                <p:nvPr/>
              </p:nvSpPr>
              <p:spPr>
                <a:xfrm>
                  <a:off x="5622475" y="1819525"/>
                  <a:ext cx="21275" cy="12975"/>
                </a:xfrm>
                <a:custGeom>
                  <a:rect b="b" l="l" r="r" t="t"/>
                  <a:pathLst>
                    <a:path extrusionOk="0" h="519" w="851">
                      <a:moveTo>
                        <a:pt x="407" y="1"/>
                      </a:moveTo>
                      <a:cubicBezTo>
                        <a:pt x="185" y="1"/>
                        <a:pt x="1" y="112"/>
                        <a:pt x="1" y="260"/>
                      </a:cubicBezTo>
                      <a:lnTo>
                        <a:pt x="1" y="297"/>
                      </a:lnTo>
                      <a:cubicBezTo>
                        <a:pt x="1" y="445"/>
                        <a:pt x="185" y="518"/>
                        <a:pt x="407" y="518"/>
                      </a:cubicBezTo>
                      <a:cubicBezTo>
                        <a:pt x="666" y="518"/>
                        <a:pt x="851" y="445"/>
                        <a:pt x="851" y="297"/>
                      </a:cubicBezTo>
                      <a:lnTo>
                        <a:pt x="851" y="260"/>
                      </a:lnTo>
                      <a:cubicBezTo>
                        <a:pt x="851" y="112"/>
                        <a:pt x="666" y="1"/>
                        <a:pt x="4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40"/>
                <p:cNvSpPr/>
                <p:nvPr/>
              </p:nvSpPr>
              <p:spPr>
                <a:xfrm>
                  <a:off x="5622475" y="1826925"/>
                  <a:ext cx="21275" cy="27750"/>
                </a:xfrm>
                <a:custGeom>
                  <a:rect b="b" l="l" r="r" t="t"/>
                  <a:pathLst>
                    <a:path extrusionOk="0" h="1110" w="851">
                      <a:moveTo>
                        <a:pt x="1" y="1"/>
                      </a:moveTo>
                      <a:lnTo>
                        <a:pt x="1" y="814"/>
                      </a:lnTo>
                      <a:lnTo>
                        <a:pt x="1" y="888"/>
                      </a:lnTo>
                      <a:cubicBezTo>
                        <a:pt x="1" y="999"/>
                        <a:pt x="185" y="1110"/>
                        <a:pt x="407" y="1110"/>
                      </a:cubicBezTo>
                      <a:cubicBezTo>
                        <a:pt x="666" y="1110"/>
                        <a:pt x="851" y="999"/>
                        <a:pt x="851" y="888"/>
                      </a:cubicBezTo>
                      <a:lnTo>
                        <a:pt x="851" y="814"/>
                      </a:lnTo>
                      <a:lnTo>
                        <a:pt x="851" y="1"/>
                      </a:lnTo>
                      <a:cubicBezTo>
                        <a:pt x="851" y="149"/>
                        <a:pt x="666" y="222"/>
                        <a:pt x="407" y="222"/>
                      </a:cubicBezTo>
                      <a:cubicBezTo>
                        <a:pt x="185" y="222"/>
                        <a:pt x="1" y="149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40"/>
                <p:cNvSpPr/>
                <p:nvPr/>
              </p:nvSpPr>
              <p:spPr>
                <a:xfrm>
                  <a:off x="5616000" y="1778875"/>
                  <a:ext cx="31450" cy="19425"/>
                </a:xfrm>
                <a:custGeom>
                  <a:rect b="b" l="l" r="r" t="t"/>
                  <a:pathLst>
                    <a:path extrusionOk="0" h="777" w="1258">
                      <a:moveTo>
                        <a:pt x="629" y="0"/>
                      </a:moveTo>
                      <a:cubicBezTo>
                        <a:pt x="297" y="37"/>
                        <a:pt x="1" y="222"/>
                        <a:pt x="1" y="370"/>
                      </a:cubicBezTo>
                      <a:cubicBezTo>
                        <a:pt x="1" y="592"/>
                        <a:pt x="260" y="777"/>
                        <a:pt x="629" y="777"/>
                      </a:cubicBezTo>
                      <a:cubicBezTo>
                        <a:pt x="999" y="777"/>
                        <a:pt x="1258" y="592"/>
                        <a:pt x="1258" y="370"/>
                      </a:cubicBezTo>
                      <a:cubicBezTo>
                        <a:pt x="1258" y="185"/>
                        <a:pt x="999" y="0"/>
                        <a:pt x="629" y="0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40"/>
                <p:cNvSpPr/>
                <p:nvPr/>
              </p:nvSpPr>
              <p:spPr>
                <a:xfrm>
                  <a:off x="5616000" y="1775175"/>
                  <a:ext cx="31450" cy="18500"/>
                </a:xfrm>
                <a:custGeom>
                  <a:rect b="b" l="l" r="r" t="t"/>
                  <a:pathLst>
                    <a:path extrusionOk="0" h="740" w="1258">
                      <a:moveTo>
                        <a:pt x="629" y="0"/>
                      </a:moveTo>
                      <a:cubicBezTo>
                        <a:pt x="297" y="0"/>
                        <a:pt x="1" y="111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58" y="555"/>
                        <a:pt x="1258" y="370"/>
                      </a:cubicBezTo>
                      <a:cubicBezTo>
                        <a:pt x="1258" y="185"/>
                        <a:pt x="999" y="0"/>
                        <a:pt x="629" y="0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40"/>
                <p:cNvSpPr/>
                <p:nvPr/>
              </p:nvSpPr>
              <p:spPr>
                <a:xfrm>
                  <a:off x="5621550" y="1777025"/>
                  <a:ext cx="23125" cy="11100"/>
                </a:xfrm>
                <a:custGeom>
                  <a:rect b="b" l="l" r="r" t="t"/>
                  <a:pathLst>
                    <a:path extrusionOk="0" h="444" w="925">
                      <a:moveTo>
                        <a:pt x="444" y="0"/>
                      </a:moveTo>
                      <a:cubicBezTo>
                        <a:pt x="185" y="0"/>
                        <a:pt x="1" y="148"/>
                        <a:pt x="1" y="222"/>
                      </a:cubicBezTo>
                      <a:cubicBezTo>
                        <a:pt x="1" y="370"/>
                        <a:pt x="185" y="444"/>
                        <a:pt x="444" y="444"/>
                      </a:cubicBezTo>
                      <a:cubicBezTo>
                        <a:pt x="703" y="444"/>
                        <a:pt x="925" y="370"/>
                        <a:pt x="925" y="222"/>
                      </a:cubicBezTo>
                      <a:cubicBezTo>
                        <a:pt x="925" y="74"/>
                        <a:pt x="740" y="0"/>
                        <a:pt x="444" y="0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40"/>
                <p:cNvSpPr/>
                <p:nvPr/>
              </p:nvSpPr>
              <p:spPr>
                <a:xfrm>
                  <a:off x="5591050" y="1764075"/>
                  <a:ext cx="21275" cy="45325"/>
                </a:xfrm>
                <a:custGeom>
                  <a:rect b="b" l="l" r="r" t="t"/>
                  <a:pathLst>
                    <a:path extrusionOk="0" h="1813" w="851">
                      <a:moveTo>
                        <a:pt x="444" y="1"/>
                      </a:moveTo>
                      <a:cubicBezTo>
                        <a:pt x="185" y="1"/>
                        <a:pt x="1" y="186"/>
                        <a:pt x="1" y="444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44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6"/>
                        <a:pt x="666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p40"/>
                <p:cNvSpPr/>
                <p:nvPr/>
              </p:nvSpPr>
              <p:spPr>
                <a:xfrm>
                  <a:off x="5591050" y="1803825"/>
                  <a:ext cx="21275" cy="11125"/>
                </a:xfrm>
                <a:custGeom>
                  <a:rect b="b" l="l" r="r" t="t"/>
                  <a:pathLst>
                    <a:path extrusionOk="0" h="445" w="851">
                      <a:moveTo>
                        <a:pt x="444" y="0"/>
                      </a:moveTo>
                      <a:cubicBezTo>
                        <a:pt x="185" y="0"/>
                        <a:pt x="1" y="74"/>
                        <a:pt x="1" y="222"/>
                      </a:cubicBezTo>
                      <a:cubicBezTo>
                        <a:pt x="1" y="370"/>
                        <a:pt x="185" y="444"/>
                        <a:pt x="444" y="444"/>
                      </a:cubicBezTo>
                      <a:cubicBezTo>
                        <a:pt x="666" y="444"/>
                        <a:pt x="851" y="370"/>
                        <a:pt x="851" y="259"/>
                      </a:cubicBezTo>
                      <a:lnTo>
                        <a:pt x="851" y="222"/>
                      </a:lnTo>
                      <a:cubicBezTo>
                        <a:pt x="851" y="74"/>
                        <a:pt x="666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p40"/>
                <p:cNvSpPr/>
                <p:nvPr/>
              </p:nvSpPr>
              <p:spPr>
                <a:xfrm>
                  <a:off x="5591050" y="1809375"/>
                  <a:ext cx="21275" cy="27750"/>
                </a:xfrm>
                <a:custGeom>
                  <a:rect b="b" l="l" r="r" t="t"/>
                  <a:pathLst>
                    <a:path extrusionOk="0" h="1110" w="851">
                      <a:moveTo>
                        <a:pt x="1" y="0"/>
                      </a:moveTo>
                      <a:lnTo>
                        <a:pt x="1" y="851"/>
                      </a:lnTo>
                      <a:lnTo>
                        <a:pt x="1" y="888"/>
                      </a:lnTo>
                      <a:cubicBezTo>
                        <a:pt x="1" y="1035"/>
                        <a:pt x="185" y="1109"/>
                        <a:pt x="444" y="1109"/>
                      </a:cubicBezTo>
                      <a:cubicBezTo>
                        <a:pt x="666" y="1109"/>
                        <a:pt x="851" y="1035"/>
                        <a:pt x="851" y="888"/>
                      </a:cubicBezTo>
                      <a:lnTo>
                        <a:pt x="851" y="851"/>
                      </a:ln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44" y="222"/>
                      </a:cubicBezTo>
                      <a:cubicBezTo>
                        <a:pt x="185" y="222"/>
                        <a:pt x="1" y="148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p40"/>
                <p:cNvSpPr/>
                <p:nvPr/>
              </p:nvSpPr>
              <p:spPr>
                <a:xfrm>
                  <a:off x="5585500" y="1762225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29" y="1"/>
                      </a:moveTo>
                      <a:cubicBezTo>
                        <a:pt x="297" y="1"/>
                        <a:pt x="1" y="186"/>
                        <a:pt x="1" y="370"/>
                      </a:cubicBezTo>
                      <a:cubicBezTo>
                        <a:pt x="1" y="555"/>
                        <a:pt x="297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4" name="Google Shape;1264;p40"/>
                <p:cNvSpPr/>
                <p:nvPr/>
              </p:nvSpPr>
              <p:spPr>
                <a:xfrm>
                  <a:off x="5585500" y="1757600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29" y="1"/>
                      </a:moveTo>
                      <a:cubicBezTo>
                        <a:pt x="297" y="1"/>
                        <a:pt x="1" y="149"/>
                        <a:pt x="1" y="371"/>
                      </a:cubicBezTo>
                      <a:cubicBezTo>
                        <a:pt x="1" y="555"/>
                        <a:pt x="297" y="740"/>
                        <a:pt x="629" y="740"/>
                      </a:cubicBezTo>
                      <a:cubicBezTo>
                        <a:pt x="999" y="740"/>
                        <a:pt x="1295" y="555"/>
                        <a:pt x="1295" y="371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p40"/>
                <p:cNvSpPr/>
                <p:nvPr/>
              </p:nvSpPr>
              <p:spPr>
                <a:xfrm>
                  <a:off x="5591050" y="1759450"/>
                  <a:ext cx="23125" cy="12050"/>
                </a:xfrm>
                <a:custGeom>
                  <a:rect b="b" l="l" r="r" t="t"/>
                  <a:pathLst>
                    <a:path extrusionOk="0" h="482" w="925">
                      <a:moveTo>
                        <a:pt x="481" y="1"/>
                      </a:moveTo>
                      <a:cubicBezTo>
                        <a:pt x="185" y="1"/>
                        <a:pt x="1" y="112"/>
                        <a:pt x="1" y="223"/>
                      </a:cubicBezTo>
                      <a:cubicBezTo>
                        <a:pt x="1" y="371"/>
                        <a:pt x="185" y="481"/>
                        <a:pt x="481" y="481"/>
                      </a:cubicBezTo>
                      <a:cubicBezTo>
                        <a:pt x="703" y="481"/>
                        <a:pt x="925" y="371"/>
                        <a:pt x="925" y="223"/>
                      </a:cubicBezTo>
                      <a:cubicBezTo>
                        <a:pt x="925" y="112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p40"/>
                <p:cNvSpPr/>
                <p:nvPr/>
              </p:nvSpPr>
              <p:spPr>
                <a:xfrm>
                  <a:off x="5594750" y="1900875"/>
                  <a:ext cx="21275" cy="52700"/>
                </a:xfrm>
                <a:custGeom>
                  <a:rect b="b" l="l" r="r" t="t"/>
                  <a:pathLst>
                    <a:path extrusionOk="0" h="2108" w="851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23"/>
                        <a:pt x="185" y="2108"/>
                        <a:pt x="407" y="2108"/>
                      </a:cubicBezTo>
                      <a:cubicBezTo>
                        <a:pt x="666" y="2108"/>
                        <a:pt x="851" y="1923"/>
                        <a:pt x="851" y="1701"/>
                      </a:cubicBez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07" y="222"/>
                      </a:cubicBezTo>
                      <a:cubicBezTo>
                        <a:pt x="185" y="222"/>
                        <a:pt x="0" y="111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p40"/>
                <p:cNvSpPr/>
                <p:nvPr/>
              </p:nvSpPr>
              <p:spPr>
                <a:xfrm>
                  <a:off x="5563325" y="1882375"/>
                  <a:ext cx="21275" cy="52725"/>
                </a:xfrm>
                <a:custGeom>
                  <a:rect b="b" l="l" r="r" t="t"/>
                  <a:pathLst>
                    <a:path extrusionOk="0" h="2109" w="851">
                      <a:moveTo>
                        <a:pt x="0" y="1"/>
                      </a:moveTo>
                      <a:lnTo>
                        <a:pt x="0" y="1702"/>
                      </a:lnTo>
                      <a:cubicBezTo>
                        <a:pt x="0" y="1923"/>
                        <a:pt x="185" y="2108"/>
                        <a:pt x="444" y="2108"/>
                      </a:cubicBezTo>
                      <a:cubicBezTo>
                        <a:pt x="666" y="2108"/>
                        <a:pt x="851" y="1923"/>
                        <a:pt x="851" y="1702"/>
                      </a:cubicBezTo>
                      <a:lnTo>
                        <a:pt x="851" y="1"/>
                      </a:lnTo>
                      <a:cubicBezTo>
                        <a:pt x="851" y="149"/>
                        <a:pt x="666" y="223"/>
                        <a:pt x="444" y="223"/>
                      </a:cubicBezTo>
                      <a:cubicBezTo>
                        <a:pt x="185" y="223"/>
                        <a:pt x="0" y="149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8" name="Google Shape;1268;p40"/>
                <p:cNvSpPr/>
                <p:nvPr/>
              </p:nvSpPr>
              <p:spPr>
                <a:xfrm>
                  <a:off x="5532825" y="1864825"/>
                  <a:ext cx="20350" cy="53625"/>
                </a:xfrm>
                <a:custGeom>
                  <a:rect b="b" l="l" r="r" t="t"/>
                  <a:pathLst>
                    <a:path extrusionOk="0" h="2145" w="814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60"/>
                        <a:pt x="185" y="2145"/>
                        <a:pt x="407" y="2145"/>
                      </a:cubicBezTo>
                      <a:cubicBezTo>
                        <a:pt x="629" y="2145"/>
                        <a:pt x="814" y="1960"/>
                        <a:pt x="814" y="1701"/>
                      </a:cubicBezTo>
                      <a:lnTo>
                        <a:pt x="814" y="0"/>
                      </a:lnTo>
                      <a:cubicBezTo>
                        <a:pt x="814" y="148"/>
                        <a:pt x="629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9" name="Google Shape;1269;p40"/>
                <p:cNvSpPr/>
                <p:nvPr/>
              </p:nvSpPr>
              <p:spPr>
                <a:xfrm>
                  <a:off x="5477375" y="1852725"/>
                  <a:ext cx="47150" cy="43550"/>
                </a:xfrm>
                <a:custGeom>
                  <a:rect b="b" l="l" r="r" t="t"/>
                  <a:pathLst>
                    <a:path extrusionOk="0" h="1742" w="1886">
                      <a:moveTo>
                        <a:pt x="924" y="1"/>
                      </a:moveTo>
                      <a:cubicBezTo>
                        <a:pt x="554" y="1"/>
                        <a:pt x="267" y="97"/>
                        <a:pt x="185" y="152"/>
                      </a:cubicBezTo>
                      <a:cubicBezTo>
                        <a:pt x="74" y="263"/>
                        <a:pt x="0" y="300"/>
                        <a:pt x="0" y="669"/>
                      </a:cubicBezTo>
                      <a:cubicBezTo>
                        <a:pt x="0" y="1039"/>
                        <a:pt x="37" y="1741"/>
                        <a:pt x="37" y="1741"/>
                      </a:cubicBezTo>
                      <a:lnTo>
                        <a:pt x="1701" y="780"/>
                      </a:lnTo>
                      <a:cubicBezTo>
                        <a:pt x="1701" y="780"/>
                        <a:pt x="1886" y="152"/>
                        <a:pt x="1331" y="41"/>
                      </a:cubicBezTo>
                      <a:cubicBezTo>
                        <a:pt x="1189" y="12"/>
                        <a:pt x="1051" y="1"/>
                        <a:pt x="924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p40"/>
                <p:cNvSpPr/>
                <p:nvPr/>
              </p:nvSpPr>
              <p:spPr>
                <a:xfrm>
                  <a:off x="5482000" y="1833400"/>
                  <a:ext cx="185800" cy="146975"/>
                </a:xfrm>
                <a:custGeom>
                  <a:rect b="b" l="l" r="r" t="t"/>
                  <a:pathLst>
                    <a:path extrusionOk="0" h="5879" w="7432">
                      <a:moveTo>
                        <a:pt x="1590" y="0"/>
                      </a:moveTo>
                      <a:lnTo>
                        <a:pt x="0" y="925"/>
                      </a:lnTo>
                      <a:cubicBezTo>
                        <a:pt x="0" y="925"/>
                        <a:pt x="4326" y="3328"/>
                        <a:pt x="4991" y="3698"/>
                      </a:cubicBezTo>
                      <a:cubicBezTo>
                        <a:pt x="5620" y="4067"/>
                        <a:pt x="5620" y="4326"/>
                        <a:pt x="5730" y="4511"/>
                      </a:cubicBezTo>
                      <a:cubicBezTo>
                        <a:pt x="5804" y="4696"/>
                        <a:pt x="5804" y="5879"/>
                        <a:pt x="5804" y="5879"/>
                      </a:cubicBezTo>
                      <a:lnTo>
                        <a:pt x="7431" y="4955"/>
                      </a:lnTo>
                      <a:cubicBezTo>
                        <a:pt x="7431" y="4955"/>
                        <a:pt x="7394" y="3808"/>
                        <a:pt x="7320" y="3587"/>
                      </a:cubicBezTo>
                      <a:cubicBezTo>
                        <a:pt x="7283" y="3291"/>
                        <a:pt x="6914" y="2921"/>
                        <a:pt x="6618" y="2773"/>
                      </a:cubicBezTo>
                      <a:cubicBezTo>
                        <a:pt x="6322" y="2662"/>
                        <a:pt x="3032" y="851"/>
                        <a:pt x="2514" y="481"/>
                      </a:cubicBezTo>
                      <a:cubicBezTo>
                        <a:pt x="2070" y="111"/>
                        <a:pt x="1590" y="0"/>
                        <a:pt x="159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1" name="Google Shape;1271;p40"/>
                <p:cNvSpPr/>
                <p:nvPr/>
              </p:nvSpPr>
              <p:spPr>
                <a:xfrm>
                  <a:off x="5475525" y="1855800"/>
                  <a:ext cx="151600" cy="123650"/>
                </a:xfrm>
                <a:custGeom>
                  <a:rect b="b" l="l" r="r" t="t"/>
                  <a:pathLst>
                    <a:path extrusionOk="0" h="4946" w="6064">
                      <a:moveTo>
                        <a:pt x="365" y="1"/>
                      </a:moveTo>
                      <a:cubicBezTo>
                        <a:pt x="305" y="1"/>
                        <a:pt x="241" y="10"/>
                        <a:pt x="185" y="29"/>
                      </a:cubicBezTo>
                      <a:cubicBezTo>
                        <a:pt x="74" y="140"/>
                        <a:pt x="0" y="288"/>
                        <a:pt x="0" y="472"/>
                      </a:cubicBezTo>
                      <a:lnTo>
                        <a:pt x="0" y="1581"/>
                      </a:lnTo>
                      <a:lnTo>
                        <a:pt x="111" y="1618"/>
                      </a:lnTo>
                      <a:lnTo>
                        <a:pt x="111" y="472"/>
                      </a:lnTo>
                      <a:cubicBezTo>
                        <a:pt x="111" y="288"/>
                        <a:pt x="148" y="177"/>
                        <a:pt x="259" y="140"/>
                      </a:cubicBezTo>
                      <a:lnTo>
                        <a:pt x="481" y="140"/>
                      </a:lnTo>
                      <a:lnTo>
                        <a:pt x="5546" y="2986"/>
                      </a:lnTo>
                      <a:cubicBezTo>
                        <a:pt x="5805" y="3134"/>
                        <a:pt x="5989" y="3504"/>
                        <a:pt x="5989" y="3763"/>
                      </a:cubicBezTo>
                      <a:lnTo>
                        <a:pt x="5989" y="4909"/>
                      </a:lnTo>
                      <a:lnTo>
                        <a:pt x="6063" y="4946"/>
                      </a:lnTo>
                      <a:lnTo>
                        <a:pt x="6063" y="3763"/>
                      </a:lnTo>
                      <a:cubicBezTo>
                        <a:pt x="6063" y="3467"/>
                        <a:pt x="5879" y="3060"/>
                        <a:pt x="5620" y="2912"/>
                      </a:cubicBezTo>
                      <a:lnTo>
                        <a:pt x="518" y="29"/>
                      </a:lnTo>
                      <a:cubicBezTo>
                        <a:pt x="481" y="10"/>
                        <a:pt x="425" y="1"/>
                        <a:pt x="365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p40"/>
                <p:cNvSpPr/>
                <p:nvPr/>
              </p:nvSpPr>
              <p:spPr>
                <a:xfrm>
                  <a:off x="5594750" y="1833400"/>
                  <a:ext cx="21275" cy="45325"/>
                </a:xfrm>
                <a:custGeom>
                  <a:rect b="b" l="l" r="r" t="t"/>
                  <a:pathLst>
                    <a:path extrusionOk="0" h="1813" w="851">
                      <a:moveTo>
                        <a:pt x="407" y="0"/>
                      </a:moveTo>
                      <a:cubicBezTo>
                        <a:pt x="185" y="0"/>
                        <a:pt x="0" y="185"/>
                        <a:pt x="0" y="444"/>
                      </a:cubicBezTo>
                      <a:lnTo>
                        <a:pt x="0" y="1812"/>
                      </a:lnTo>
                      <a:cubicBezTo>
                        <a:pt x="0" y="1664"/>
                        <a:pt x="185" y="1590"/>
                        <a:pt x="407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5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40"/>
                <p:cNvSpPr/>
                <p:nvPr/>
              </p:nvSpPr>
              <p:spPr>
                <a:xfrm>
                  <a:off x="5594750" y="1872225"/>
                  <a:ext cx="21275" cy="12025"/>
                </a:xfrm>
                <a:custGeom>
                  <a:rect b="b" l="l" r="r" t="t"/>
                  <a:pathLst>
                    <a:path extrusionOk="0" h="481" w="851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481"/>
                        <a:pt x="407" y="481"/>
                      </a:cubicBezTo>
                      <a:cubicBezTo>
                        <a:pt x="666" y="481"/>
                        <a:pt x="851" y="407"/>
                        <a:pt x="851" y="259"/>
                      </a:cubicBezTo>
                      <a:lnTo>
                        <a:pt x="851" y="222"/>
                      </a:lnTo>
                      <a:cubicBezTo>
                        <a:pt x="851" y="74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p40"/>
                <p:cNvSpPr/>
                <p:nvPr/>
              </p:nvSpPr>
              <p:spPr>
                <a:xfrm>
                  <a:off x="5594750" y="1878700"/>
                  <a:ext cx="21275" cy="27750"/>
                </a:xfrm>
                <a:custGeom>
                  <a:rect b="b" l="l" r="r" t="t"/>
                  <a:pathLst>
                    <a:path extrusionOk="0" h="1110" w="851">
                      <a:moveTo>
                        <a:pt x="0" y="0"/>
                      </a:moveTo>
                      <a:lnTo>
                        <a:pt x="0" y="850"/>
                      </a:lnTo>
                      <a:lnTo>
                        <a:pt x="0" y="887"/>
                      </a:lnTo>
                      <a:cubicBezTo>
                        <a:pt x="0" y="1035"/>
                        <a:pt x="185" y="1109"/>
                        <a:pt x="407" y="1109"/>
                      </a:cubicBezTo>
                      <a:cubicBezTo>
                        <a:pt x="666" y="1109"/>
                        <a:pt x="851" y="1035"/>
                        <a:pt x="851" y="887"/>
                      </a:cubicBezTo>
                      <a:lnTo>
                        <a:pt x="851" y="850"/>
                      </a:ln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p40"/>
                <p:cNvSpPr/>
                <p:nvPr/>
              </p:nvSpPr>
              <p:spPr>
                <a:xfrm>
                  <a:off x="5589200" y="1831550"/>
                  <a:ext cx="32375" cy="18500"/>
                </a:xfrm>
                <a:custGeom>
                  <a:rect b="b" l="l" r="r" t="t"/>
                  <a:pathLst>
                    <a:path extrusionOk="0" h="740" w="1295">
                      <a:moveTo>
                        <a:pt x="629" y="1"/>
                      </a:moveTo>
                      <a:cubicBezTo>
                        <a:pt x="333" y="1"/>
                        <a:pt x="1" y="111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40"/>
                <p:cNvSpPr/>
                <p:nvPr/>
              </p:nvSpPr>
              <p:spPr>
                <a:xfrm>
                  <a:off x="5589200" y="1825075"/>
                  <a:ext cx="32375" cy="19450"/>
                </a:xfrm>
                <a:custGeom>
                  <a:rect b="b" l="l" r="r" t="t"/>
                  <a:pathLst>
                    <a:path extrusionOk="0" h="778" w="1295">
                      <a:moveTo>
                        <a:pt x="629" y="1"/>
                      </a:moveTo>
                      <a:cubicBezTo>
                        <a:pt x="333" y="38"/>
                        <a:pt x="1" y="223"/>
                        <a:pt x="1" y="370"/>
                      </a:cubicBezTo>
                      <a:cubicBezTo>
                        <a:pt x="1" y="592"/>
                        <a:pt x="259" y="777"/>
                        <a:pt x="629" y="777"/>
                      </a:cubicBezTo>
                      <a:cubicBezTo>
                        <a:pt x="999" y="777"/>
                        <a:pt x="1295" y="592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p40"/>
                <p:cNvSpPr/>
                <p:nvPr/>
              </p:nvSpPr>
              <p:spPr>
                <a:xfrm>
                  <a:off x="5594750" y="1828775"/>
                  <a:ext cx="23125" cy="12050"/>
                </a:xfrm>
                <a:custGeom>
                  <a:rect b="b" l="l" r="r" t="t"/>
                  <a:pathLst>
                    <a:path extrusionOk="0" h="482" w="925">
                      <a:moveTo>
                        <a:pt x="481" y="1"/>
                      </a:moveTo>
                      <a:cubicBezTo>
                        <a:pt x="185" y="1"/>
                        <a:pt x="0" y="112"/>
                        <a:pt x="0" y="222"/>
                      </a:cubicBezTo>
                      <a:cubicBezTo>
                        <a:pt x="0" y="370"/>
                        <a:pt x="185" y="481"/>
                        <a:pt x="481" y="481"/>
                      </a:cubicBezTo>
                      <a:cubicBezTo>
                        <a:pt x="740" y="481"/>
                        <a:pt x="925" y="370"/>
                        <a:pt x="925" y="222"/>
                      </a:cubicBezTo>
                      <a:cubicBezTo>
                        <a:pt x="925" y="112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8" name="Google Shape;1278;p40"/>
                <p:cNvSpPr/>
                <p:nvPr/>
              </p:nvSpPr>
              <p:spPr>
                <a:xfrm>
                  <a:off x="5563325" y="1814925"/>
                  <a:ext cx="21275" cy="45300"/>
                </a:xfrm>
                <a:custGeom>
                  <a:rect b="b" l="l" r="r" t="t"/>
                  <a:pathLst>
                    <a:path extrusionOk="0" h="1812" w="851">
                      <a:moveTo>
                        <a:pt x="444" y="0"/>
                      </a:moveTo>
                      <a:cubicBezTo>
                        <a:pt x="185" y="0"/>
                        <a:pt x="0" y="185"/>
                        <a:pt x="0" y="444"/>
                      </a:cubicBezTo>
                      <a:lnTo>
                        <a:pt x="0" y="1812"/>
                      </a:lnTo>
                      <a:cubicBezTo>
                        <a:pt x="0" y="1664"/>
                        <a:pt x="185" y="1590"/>
                        <a:pt x="444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5"/>
                        <a:pt x="666" y="0"/>
                        <a:pt x="444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p40"/>
                <p:cNvSpPr/>
                <p:nvPr/>
              </p:nvSpPr>
              <p:spPr>
                <a:xfrm>
                  <a:off x="5563325" y="1860200"/>
                  <a:ext cx="21275" cy="27750"/>
                </a:xfrm>
                <a:custGeom>
                  <a:rect b="b" l="l" r="r" t="t"/>
                  <a:pathLst>
                    <a:path extrusionOk="0" h="1110" w="851">
                      <a:moveTo>
                        <a:pt x="0" y="1"/>
                      </a:moveTo>
                      <a:lnTo>
                        <a:pt x="0" y="851"/>
                      </a:lnTo>
                      <a:lnTo>
                        <a:pt x="0" y="888"/>
                      </a:lnTo>
                      <a:cubicBezTo>
                        <a:pt x="0" y="1036"/>
                        <a:pt x="185" y="1110"/>
                        <a:pt x="444" y="1110"/>
                      </a:cubicBezTo>
                      <a:cubicBezTo>
                        <a:pt x="666" y="1110"/>
                        <a:pt x="851" y="1036"/>
                        <a:pt x="851" y="888"/>
                      </a:cubicBezTo>
                      <a:lnTo>
                        <a:pt x="851" y="851"/>
                      </a:lnTo>
                      <a:lnTo>
                        <a:pt x="851" y="1"/>
                      </a:lnTo>
                      <a:cubicBezTo>
                        <a:pt x="851" y="148"/>
                        <a:pt x="666" y="222"/>
                        <a:pt x="444" y="222"/>
                      </a:cubicBezTo>
                      <a:cubicBezTo>
                        <a:pt x="185" y="222"/>
                        <a:pt x="0" y="148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0" name="Google Shape;1280;p40"/>
                <p:cNvSpPr/>
                <p:nvPr/>
              </p:nvSpPr>
              <p:spPr>
                <a:xfrm>
                  <a:off x="5557775" y="1813075"/>
                  <a:ext cx="32375" cy="18500"/>
                </a:xfrm>
                <a:custGeom>
                  <a:rect b="b" l="l" r="r" t="t"/>
                  <a:pathLst>
                    <a:path extrusionOk="0" h="740" w="1295">
                      <a:moveTo>
                        <a:pt x="666" y="0"/>
                      </a:moveTo>
                      <a:cubicBezTo>
                        <a:pt x="296" y="0"/>
                        <a:pt x="1" y="185"/>
                        <a:pt x="1" y="370"/>
                      </a:cubicBezTo>
                      <a:cubicBezTo>
                        <a:pt x="1" y="555"/>
                        <a:pt x="296" y="740"/>
                        <a:pt x="666" y="740"/>
                      </a:cubicBezTo>
                      <a:cubicBezTo>
                        <a:pt x="1036" y="740"/>
                        <a:pt x="1295" y="555"/>
                        <a:pt x="1295" y="370"/>
                      </a:cubicBezTo>
                      <a:cubicBezTo>
                        <a:pt x="1295" y="185"/>
                        <a:pt x="999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1" name="Google Shape;1281;p40"/>
                <p:cNvSpPr/>
                <p:nvPr/>
              </p:nvSpPr>
              <p:spPr>
                <a:xfrm>
                  <a:off x="5557775" y="1806600"/>
                  <a:ext cx="32375" cy="19425"/>
                </a:xfrm>
                <a:custGeom>
                  <a:rect b="b" l="l" r="r" t="t"/>
                  <a:pathLst>
                    <a:path extrusionOk="0" h="777" w="1295">
                      <a:moveTo>
                        <a:pt x="666" y="0"/>
                      </a:moveTo>
                      <a:cubicBezTo>
                        <a:pt x="296" y="37"/>
                        <a:pt x="1" y="185"/>
                        <a:pt x="1" y="407"/>
                      </a:cubicBezTo>
                      <a:cubicBezTo>
                        <a:pt x="1" y="592"/>
                        <a:pt x="296" y="777"/>
                        <a:pt x="666" y="777"/>
                      </a:cubicBezTo>
                      <a:cubicBezTo>
                        <a:pt x="1036" y="777"/>
                        <a:pt x="1295" y="592"/>
                        <a:pt x="1295" y="407"/>
                      </a:cubicBezTo>
                      <a:cubicBezTo>
                        <a:pt x="1295" y="185"/>
                        <a:pt x="999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2" name="Google Shape;1282;p40"/>
                <p:cNvSpPr/>
                <p:nvPr/>
              </p:nvSpPr>
              <p:spPr>
                <a:xfrm>
                  <a:off x="5562400" y="1810300"/>
                  <a:ext cx="23125" cy="12025"/>
                </a:xfrm>
                <a:custGeom>
                  <a:rect b="b" l="l" r="r" t="t"/>
                  <a:pathLst>
                    <a:path extrusionOk="0" h="481" w="925">
                      <a:moveTo>
                        <a:pt x="481" y="0"/>
                      </a:moveTo>
                      <a:cubicBezTo>
                        <a:pt x="185" y="0"/>
                        <a:pt x="0" y="111"/>
                        <a:pt x="0" y="259"/>
                      </a:cubicBezTo>
                      <a:cubicBezTo>
                        <a:pt x="0" y="370"/>
                        <a:pt x="185" y="481"/>
                        <a:pt x="481" y="481"/>
                      </a:cubicBezTo>
                      <a:cubicBezTo>
                        <a:pt x="703" y="481"/>
                        <a:pt x="925" y="370"/>
                        <a:pt x="925" y="259"/>
                      </a:cubicBezTo>
                      <a:cubicBezTo>
                        <a:pt x="925" y="111"/>
                        <a:pt x="740" y="0"/>
                        <a:pt x="481" y="0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3" name="Google Shape;1283;p40"/>
                <p:cNvSpPr/>
                <p:nvPr/>
              </p:nvSpPr>
              <p:spPr>
                <a:xfrm>
                  <a:off x="5532825" y="1798275"/>
                  <a:ext cx="20350" cy="44400"/>
                </a:xfrm>
                <a:custGeom>
                  <a:rect b="b" l="l" r="r" t="t"/>
                  <a:pathLst>
                    <a:path extrusionOk="0" h="1776" w="814">
                      <a:moveTo>
                        <a:pt x="407" y="1"/>
                      </a:moveTo>
                      <a:cubicBezTo>
                        <a:pt x="185" y="1"/>
                        <a:pt x="0" y="185"/>
                        <a:pt x="0" y="407"/>
                      </a:cubicBezTo>
                      <a:lnTo>
                        <a:pt x="0" y="1775"/>
                      </a:lnTo>
                      <a:cubicBezTo>
                        <a:pt x="0" y="1664"/>
                        <a:pt x="185" y="1553"/>
                        <a:pt x="407" y="1553"/>
                      </a:cubicBezTo>
                      <a:cubicBezTo>
                        <a:pt x="629" y="1553"/>
                        <a:pt x="814" y="1664"/>
                        <a:pt x="814" y="1775"/>
                      </a:cubicBezTo>
                      <a:lnTo>
                        <a:pt x="814" y="407"/>
                      </a:lnTo>
                      <a:cubicBezTo>
                        <a:pt x="814" y="185"/>
                        <a:pt x="629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4" name="Google Shape;1284;p40"/>
                <p:cNvSpPr/>
                <p:nvPr/>
              </p:nvSpPr>
              <p:spPr>
                <a:xfrm>
                  <a:off x="5532825" y="1836175"/>
                  <a:ext cx="20350" cy="12950"/>
                </a:xfrm>
                <a:custGeom>
                  <a:rect b="b" l="l" r="r" t="t"/>
                  <a:pathLst>
                    <a:path extrusionOk="0" h="518" w="814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518"/>
                        <a:pt x="407" y="518"/>
                      </a:cubicBezTo>
                      <a:cubicBezTo>
                        <a:pt x="629" y="518"/>
                        <a:pt x="814" y="407"/>
                        <a:pt x="814" y="259"/>
                      </a:cubicBezTo>
                      <a:lnTo>
                        <a:pt x="814" y="222"/>
                      </a:lnTo>
                      <a:cubicBezTo>
                        <a:pt x="814" y="74"/>
                        <a:pt x="629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p40"/>
                <p:cNvSpPr/>
                <p:nvPr/>
              </p:nvSpPr>
              <p:spPr>
                <a:xfrm>
                  <a:off x="5532825" y="1842650"/>
                  <a:ext cx="20350" cy="27750"/>
                </a:xfrm>
                <a:custGeom>
                  <a:rect b="b" l="l" r="r" t="t"/>
                  <a:pathLst>
                    <a:path extrusionOk="0" h="1110" w="814">
                      <a:moveTo>
                        <a:pt x="0" y="0"/>
                      </a:moveTo>
                      <a:lnTo>
                        <a:pt x="0" y="850"/>
                      </a:lnTo>
                      <a:lnTo>
                        <a:pt x="0" y="887"/>
                      </a:lnTo>
                      <a:cubicBezTo>
                        <a:pt x="0" y="1035"/>
                        <a:pt x="185" y="1109"/>
                        <a:pt x="407" y="1109"/>
                      </a:cubicBezTo>
                      <a:cubicBezTo>
                        <a:pt x="629" y="1109"/>
                        <a:pt x="814" y="1035"/>
                        <a:pt x="814" y="887"/>
                      </a:cubicBezTo>
                      <a:lnTo>
                        <a:pt x="814" y="850"/>
                      </a:lnTo>
                      <a:lnTo>
                        <a:pt x="814" y="0"/>
                      </a:lnTo>
                      <a:cubicBezTo>
                        <a:pt x="814" y="148"/>
                        <a:pt x="629" y="259"/>
                        <a:pt x="407" y="259"/>
                      </a:cubicBezTo>
                      <a:cubicBezTo>
                        <a:pt x="185" y="259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6" name="Google Shape;1286;p40"/>
                <p:cNvSpPr/>
                <p:nvPr/>
              </p:nvSpPr>
              <p:spPr>
                <a:xfrm>
                  <a:off x="5526350" y="1795500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66" y="1"/>
                      </a:moveTo>
                      <a:cubicBezTo>
                        <a:pt x="296" y="1"/>
                        <a:pt x="1" y="149"/>
                        <a:pt x="1" y="370"/>
                      </a:cubicBezTo>
                      <a:cubicBezTo>
                        <a:pt x="1" y="592"/>
                        <a:pt x="296" y="740"/>
                        <a:pt x="666" y="740"/>
                      </a:cubicBezTo>
                      <a:cubicBezTo>
                        <a:pt x="999" y="740"/>
                        <a:pt x="1295" y="592"/>
                        <a:pt x="1295" y="370"/>
                      </a:cubicBezTo>
                      <a:cubicBezTo>
                        <a:pt x="1295" y="149"/>
                        <a:pt x="999" y="1"/>
                        <a:pt x="666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7" name="Google Shape;1287;p40"/>
                <p:cNvSpPr/>
                <p:nvPr/>
              </p:nvSpPr>
              <p:spPr>
                <a:xfrm>
                  <a:off x="5526350" y="1789950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66" y="1"/>
                      </a:moveTo>
                      <a:cubicBezTo>
                        <a:pt x="296" y="1"/>
                        <a:pt x="1" y="186"/>
                        <a:pt x="1" y="371"/>
                      </a:cubicBezTo>
                      <a:cubicBezTo>
                        <a:pt x="1" y="555"/>
                        <a:pt x="296" y="740"/>
                        <a:pt x="666" y="740"/>
                      </a:cubicBezTo>
                      <a:cubicBezTo>
                        <a:pt x="1036" y="740"/>
                        <a:pt x="1295" y="555"/>
                        <a:pt x="1295" y="371"/>
                      </a:cubicBezTo>
                      <a:cubicBezTo>
                        <a:pt x="1295" y="186"/>
                        <a:pt x="1036" y="1"/>
                        <a:pt x="666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8" name="Google Shape;1288;p40"/>
                <p:cNvSpPr/>
                <p:nvPr/>
              </p:nvSpPr>
              <p:spPr>
                <a:xfrm>
                  <a:off x="5532825" y="1793650"/>
                  <a:ext cx="23125" cy="11125"/>
                </a:xfrm>
                <a:custGeom>
                  <a:rect b="b" l="l" r="r" t="t"/>
                  <a:pathLst>
                    <a:path extrusionOk="0" h="445" w="925">
                      <a:moveTo>
                        <a:pt x="444" y="1"/>
                      </a:moveTo>
                      <a:cubicBezTo>
                        <a:pt x="185" y="1"/>
                        <a:pt x="0" y="75"/>
                        <a:pt x="0" y="223"/>
                      </a:cubicBezTo>
                      <a:cubicBezTo>
                        <a:pt x="0" y="370"/>
                        <a:pt x="185" y="444"/>
                        <a:pt x="444" y="444"/>
                      </a:cubicBezTo>
                      <a:cubicBezTo>
                        <a:pt x="666" y="444"/>
                        <a:pt x="925" y="370"/>
                        <a:pt x="925" y="223"/>
                      </a:cubicBezTo>
                      <a:cubicBezTo>
                        <a:pt x="925" y="75"/>
                        <a:pt x="740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9" name="Google Shape;1289;p40"/>
                <p:cNvSpPr/>
                <p:nvPr/>
              </p:nvSpPr>
              <p:spPr>
                <a:xfrm>
                  <a:off x="5170775" y="1367800"/>
                  <a:ext cx="96800" cy="84825"/>
                </a:xfrm>
                <a:custGeom>
                  <a:rect b="b" l="l" r="r" t="t"/>
                  <a:pathLst>
                    <a:path extrusionOk="0" h="3393" w="3872">
                      <a:moveTo>
                        <a:pt x="929" y="0"/>
                      </a:moveTo>
                      <a:cubicBezTo>
                        <a:pt x="397" y="0"/>
                        <a:pt x="0" y="257"/>
                        <a:pt x="101" y="1063"/>
                      </a:cubicBezTo>
                      <a:cubicBezTo>
                        <a:pt x="175" y="2283"/>
                        <a:pt x="988" y="2357"/>
                        <a:pt x="1469" y="2653"/>
                      </a:cubicBezTo>
                      <a:cubicBezTo>
                        <a:pt x="1986" y="2912"/>
                        <a:pt x="3650" y="3393"/>
                        <a:pt x="3650" y="3393"/>
                      </a:cubicBezTo>
                      <a:lnTo>
                        <a:pt x="3872" y="1692"/>
                      </a:lnTo>
                      <a:cubicBezTo>
                        <a:pt x="3872" y="1692"/>
                        <a:pt x="2541" y="398"/>
                        <a:pt x="1728" y="139"/>
                      </a:cubicBezTo>
                      <a:cubicBezTo>
                        <a:pt x="1457" y="57"/>
                        <a:pt x="1178" y="0"/>
                        <a:pt x="929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0" name="Google Shape;1290;p40"/>
                <p:cNvSpPr/>
                <p:nvPr/>
              </p:nvSpPr>
              <p:spPr>
                <a:xfrm>
                  <a:off x="5237050" y="1393450"/>
                  <a:ext cx="169175" cy="139075"/>
                </a:xfrm>
                <a:custGeom>
                  <a:rect b="b" l="l" r="r" t="t"/>
                  <a:pathLst>
                    <a:path extrusionOk="0" h="5563" w="6767">
                      <a:moveTo>
                        <a:pt x="814" y="0"/>
                      </a:moveTo>
                      <a:lnTo>
                        <a:pt x="814" y="0"/>
                      </a:lnTo>
                      <a:cubicBezTo>
                        <a:pt x="814" y="0"/>
                        <a:pt x="851" y="481"/>
                        <a:pt x="777" y="888"/>
                      </a:cubicBezTo>
                      <a:cubicBezTo>
                        <a:pt x="481" y="1849"/>
                        <a:pt x="297" y="1849"/>
                        <a:pt x="1" y="2182"/>
                      </a:cubicBezTo>
                      <a:cubicBezTo>
                        <a:pt x="1" y="2182"/>
                        <a:pt x="1110" y="3106"/>
                        <a:pt x="1591" y="3550"/>
                      </a:cubicBezTo>
                      <a:cubicBezTo>
                        <a:pt x="2388" y="4312"/>
                        <a:pt x="4096" y="5563"/>
                        <a:pt x="5220" y="5563"/>
                      </a:cubicBezTo>
                      <a:cubicBezTo>
                        <a:pt x="5295" y="5563"/>
                        <a:pt x="5367" y="5557"/>
                        <a:pt x="5435" y="5546"/>
                      </a:cubicBezTo>
                      <a:cubicBezTo>
                        <a:pt x="5916" y="5509"/>
                        <a:pt x="6766" y="4030"/>
                        <a:pt x="6766" y="4030"/>
                      </a:cubicBezTo>
                      <a:cubicBezTo>
                        <a:pt x="5842" y="3254"/>
                        <a:pt x="815" y="1"/>
                        <a:pt x="81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1" name="Google Shape;1291;p40"/>
                <p:cNvSpPr/>
                <p:nvPr/>
              </p:nvSpPr>
              <p:spPr>
                <a:xfrm>
                  <a:off x="5188075" y="1393450"/>
                  <a:ext cx="20350" cy="53625"/>
                </a:xfrm>
                <a:custGeom>
                  <a:rect b="b" l="l" r="r" t="t"/>
                  <a:pathLst>
                    <a:path extrusionOk="0" h="2145" w="814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60"/>
                        <a:pt x="185" y="2145"/>
                        <a:pt x="407" y="2145"/>
                      </a:cubicBezTo>
                      <a:cubicBezTo>
                        <a:pt x="666" y="2145"/>
                        <a:pt x="814" y="1960"/>
                        <a:pt x="814" y="1701"/>
                      </a:cubicBezTo>
                      <a:lnTo>
                        <a:pt x="814" y="0"/>
                      </a:lnTo>
                      <a:cubicBezTo>
                        <a:pt x="814" y="148"/>
                        <a:pt x="666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rgbClr val="DF3F3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40"/>
                <p:cNvSpPr/>
                <p:nvPr/>
              </p:nvSpPr>
              <p:spPr>
                <a:xfrm>
                  <a:off x="5188075" y="1325975"/>
                  <a:ext cx="20525" cy="45325"/>
                </a:xfrm>
                <a:custGeom>
                  <a:rect b="b" l="l" r="r" t="t"/>
                  <a:pathLst>
                    <a:path extrusionOk="0" h="1813" w="821">
                      <a:moveTo>
                        <a:pt x="407" y="1"/>
                      </a:moveTo>
                      <a:cubicBezTo>
                        <a:pt x="185" y="1"/>
                        <a:pt x="0" y="222"/>
                        <a:pt x="0" y="444"/>
                      </a:cubicBezTo>
                      <a:lnTo>
                        <a:pt x="0" y="1812"/>
                      </a:lnTo>
                      <a:cubicBezTo>
                        <a:pt x="0" y="1701"/>
                        <a:pt x="185" y="1590"/>
                        <a:pt x="407" y="1590"/>
                      </a:cubicBezTo>
                      <a:cubicBezTo>
                        <a:pt x="621" y="1590"/>
                        <a:pt x="784" y="1666"/>
                        <a:pt x="814" y="1755"/>
                      </a:cubicBezTo>
                      <a:lnTo>
                        <a:pt x="814" y="1755"/>
                      </a:lnTo>
                      <a:lnTo>
                        <a:pt x="814" y="444"/>
                      </a:lnTo>
                      <a:cubicBezTo>
                        <a:pt x="814" y="222"/>
                        <a:pt x="666" y="1"/>
                        <a:pt x="407" y="1"/>
                      </a:cubicBezTo>
                      <a:close/>
                      <a:moveTo>
                        <a:pt x="814" y="1755"/>
                      </a:moveTo>
                      <a:lnTo>
                        <a:pt x="814" y="1812"/>
                      </a:lnTo>
                      <a:cubicBezTo>
                        <a:pt x="820" y="1793"/>
                        <a:pt x="820" y="1774"/>
                        <a:pt x="814" y="1755"/>
                      </a:cubicBez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40"/>
                <p:cNvSpPr/>
                <p:nvPr/>
              </p:nvSpPr>
              <p:spPr>
                <a:xfrm>
                  <a:off x="5188075" y="1364800"/>
                  <a:ext cx="21275" cy="12950"/>
                </a:xfrm>
                <a:custGeom>
                  <a:rect b="b" l="l" r="r" t="t"/>
                  <a:pathLst>
                    <a:path extrusionOk="0" h="518" w="851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518"/>
                        <a:pt x="407" y="518"/>
                      </a:cubicBezTo>
                      <a:cubicBezTo>
                        <a:pt x="666" y="518"/>
                        <a:pt x="851" y="407"/>
                        <a:pt x="814" y="259"/>
                      </a:cubicBezTo>
                      <a:lnTo>
                        <a:pt x="814" y="222"/>
                      </a:lnTo>
                      <a:cubicBezTo>
                        <a:pt x="814" y="74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F7605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40"/>
                <p:cNvSpPr/>
                <p:nvPr/>
              </p:nvSpPr>
              <p:spPr>
                <a:xfrm>
                  <a:off x="5182525" y="1324125"/>
                  <a:ext cx="32375" cy="18500"/>
                </a:xfrm>
                <a:custGeom>
                  <a:rect b="b" l="l" r="r" t="t"/>
                  <a:pathLst>
                    <a:path extrusionOk="0" h="740" w="1295">
                      <a:moveTo>
                        <a:pt x="629" y="1"/>
                      </a:moveTo>
                      <a:cubicBezTo>
                        <a:pt x="333" y="1"/>
                        <a:pt x="1" y="185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4" y="555"/>
                        <a:pt x="1294" y="370"/>
                      </a:cubicBezTo>
                      <a:cubicBezTo>
                        <a:pt x="1294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40"/>
                <p:cNvSpPr/>
                <p:nvPr/>
              </p:nvSpPr>
              <p:spPr>
                <a:xfrm>
                  <a:off x="5182525" y="1319500"/>
                  <a:ext cx="32375" cy="18525"/>
                </a:xfrm>
                <a:custGeom>
                  <a:rect b="b" l="l" r="r" t="t"/>
                  <a:pathLst>
                    <a:path extrusionOk="0" h="741" w="1295">
                      <a:moveTo>
                        <a:pt x="629" y="1"/>
                      </a:moveTo>
                      <a:cubicBezTo>
                        <a:pt x="333" y="1"/>
                        <a:pt x="1" y="149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4" y="555"/>
                        <a:pt x="1294" y="370"/>
                      </a:cubicBezTo>
                      <a:cubicBezTo>
                        <a:pt x="1294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40"/>
                <p:cNvSpPr/>
                <p:nvPr/>
              </p:nvSpPr>
              <p:spPr>
                <a:xfrm>
                  <a:off x="5188075" y="1322275"/>
                  <a:ext cx="23125" cy="11125"/>
                </a:xfrm>
                <a:custGeom>
                  <a:rect b="b" l="l" r="r" t="t"/>
                  <a:pathLst>
                    <a:path extrusionOk="0" h="445" w="925">
                      <a:moveTo>
                        <a:pt x="481" y="1"/>
                      </a:moveTo>
                      <a:cubicBezTo>
                        <a:pt x="185" y="1"/>
                        <a:pt x="0" y="112"/>
                        <a:pt x="0" y="222"/>
                      </a:cubicBezTo>
                      <a:cubicBezTo>
                        <a:pt x="0" y="370"/>
                        <a:pt x="185" y="444"/>
                        <a:pt x="481" y="444"/>
                      </a:cubicBezTo>
                      <a:cubicBezTo>
                        <a:pt x="740" y="444"/>
                        <a:pt x="925" y="370"/>
                        <a:pt x="925" y="222"/>
                      </a:cubicBezTo>
                      <a:cubicBezTo>
                        <a:pt x="925" y="75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40"/>
                <p:cNvSpPr/>
                <p:nvPr/>
              </p:nvSpPr>
              <p:spPr>
                <a:xfrm>
                  <a:off x="5188075" y="1385325"/>
                  <a:ext cx="56400" cy="37050"/>
                </a:xfrm>
                <a:custGeom>
                  <a:rect b="b" l="l" r="r" t="t"/>
                  <a:pathLst>
                    <a:path extrusionOk="0" h="1482" w="2256">
                      <a:moveTo>
                        <a:pt x="416" y="0"/>
                      </a:moveTo>
                      <a:cubicBezTo>
                        <a:pt x="318" y="0"/>
                        <a:pt x="234" y="18"/>
                        <a:pt x="185" y="67"/>
                      </a:cubicBezTo>
                      <a:cubicBezTo>
                        <a:pt x="0" y="178"/>
                        <a:pt x="148" y="399"/>
                        <a:pt x="666" y="732"/>
                      </a:cubicBezTo>
                      <a:cubicBezTo>
                        <a:pt x="962" y="917"/>
                        <a:pt x="1331" y="1398"/>
                        <a:pt x="1664" y="1471"/>
                      </a:cubicBezTo>
                      <a:cubicBezTo>
                        <a:pt x="1683" y="1479"/>
                        <a:pt x="1702" y="1482"/>
                        <a:pt x="1721" y="1482"/>
                      </a:cubicBezTo>
                      <a:cubicBezTo>
                        <a:pt x="1996" y="1482"/>
                        <a:pt x="2256" y="769"/>
                        <a:pt x="2256" y="769"/>
                      </a:cubicBezTo>
                      <a:lnTo>
                        <a:pt x="1072" y="141"/>
                      </a:lnTo>
                      <a:cubicBezTo>
                        <a:pt x="1072" y="141"/>
                        <a:pt x="691" y="0"/>
                        <a:pt x="416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p40"/>
                <p:cNvSpPr/>
                <p:nvPr/>
              </p:nvSpPr>
              <p:spPr>
                <a:xfrm>
                  <a:off x="5189000" y="1742975"/>
                  <a:ext cx="53625" cy="51625"/>
                </a:xfrm>
                <a:custGeom>
                  <a:rect b="b" l="l" r="r" t="t"/>
                  <a:pathLst>
                    <a:path extrusionOk="0" h="2065" w="2145">
                      <a:moveTo>
                        <a:pt x="1047" y="0"/>
                      </a:moveTo>
                      <a:cubicBezTo>
                        <a:pt x="984" y="0"/>
                        <a:pt x="917" y="21"/>
                        <a:pt x="851" y="68"/>
                      </a:cubicBezTo>
                      <a:cubicBezTo>
                        <a:pt x="703" y="179"/>
                        <a:pt x="666" y="253"/>
                        <a:pt x="666" y="364"/>
                      </a:cubicBezTo>
                      <a:lnTo>
                        <a:pt x="555" y="364"/>
                      </a:lnTo>
                      <a:cubicBezTo>
                        <a:pt x="370" y="401"/>
                        <a:pt x="185" y="475"/>
                        <a:pt x="148" y="660"/>
                      </a:cubicBezTo>
                      <a:cubicBezTo>
                        <a:pt x="0" y="993"/>
                        <a:pt x="185" y="1177"/>
                        <a:pt x="481" y="1288"/>
                      </a:cubicBezTo>
                      <a:cubicBezTo>
                        <a:pt x="370" y="1658"/>
                        <a:pt x="555" y="2065"/>
                        <a:pt x="1072" y="2065"/>
                      </a:cubicBezTo>
                      <a:cubicBezTo>
                        <a:pt x="1479" y="2065"/>
                        <a:pt x="1664" y="1732"/>
                        <a:pt x="1664" y="1362"/>
                      </a:cubicBezTo>
                      <a:cubicBezTo>
                        <a:pt x="1923" y="1325"/>
                        <a:pt x="2145" y="1103"/>
                        <a:pt x="2108" y="734"/>
                      </a:cubicBezTo>
                      <a:cubicBezTo>
                        <a:pt x="2021" y="475"/>
                        <a:pt x="1800" y="328"/>
                        <a:pt x="1602" y="328"/>
                      </a:cubicBezTo>
                      <a:cubicBezTo>
                        <a:pt x="1546" y="328"/>
                        <a:pt x="1491" y="339"/>
                        <a:pt x="1442" y="364"/>
                      </a:cubicBezTo>
                      <a:cubicBezTo>
                        <a:pt x="1387" y="172"/>
                        <a:pt x="1230" y="0"/>
                        <a:pt x="10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9" name="Google Shape;1299;p40"/>
                <p:cNvSpPr/>
                <p:nvPr/>
              </p:nvSpPr>
              <p:spPr>
                <a:xfrm>
                  <a:off x="5320250" y="1738350"/>
                  <a:ext cx="52700" cy="51625"/>
                </a:xfrm>
                <a:custGeom>
                  <a:rect b="b" l="l" r="r" t="t"/>
                  <a:pathLst>
                    <a:path extrusionOk="0" h="2065" w="2108">
                      <a:moveTo>
                        <a:pt x="1026" y="0"/>
                      </a:moveTo>
                      <a:cubicBezTo>
                        <a:pt x="961" y="0"/>
                        <a:pt x="890" y="21"/>
                        <a:pt x="814" y="68"/>
                      </a:cubicBezTo>
                      <a:cubicBezTo>
                        <a:pt x="666" y="142"/>
                        <a:pt x="629" y="253"/>
                        <a:pt x="629" y="364"/>
                      </a:cubicBezTo>
                      <a:lnTo>
                        <a:pt x="555" y="364"/>
                      </a:lnTo>
                      <a:cubicBezTo>
                        <a:pt x="370" y="401"/>
                        <a:pt x="185" y="475"/>
                        <a:pt x="111" y="660"/>
                      </a:cubicBezTo>
                      <a:cubicBezTo>
                        <a:pt x="0" y="993"/>
                        <a:pt x="185" y="1178"/>
                        <a:pt x="444" y="1288"/>
                      </a:cubicBezTo>
                      <a:cubicBezTo>
                        <a:pt x="370" y="1658"/>
                        <a:pt x="555" y="2065"/>
                        <a:pt x="1035" y="2065"/>
                      </a:cubicBezTo>
                      <a:cubicBezTo>
                        <a:pt x="1479" y="2065"/>
                        <a:pt x="1664" y="1732"/>
                        <a:pt x="1664" y="1362"/>
                      </a:cubicBezTo>
                      <a:cubicBezTo>
                        <a:pt x="1886" y="1325"/>
                        <a:pt x="2107" y="1067"/>
                        <a:pt x="2071" y="734"/>
                      </a:cubicBezTo>
                      <a:cubicBezTo>
                        <a:pt x="1984" y="475"/>
                        <a:pt x="1786" y="328"/>
                        <a:pt x="1580" y="328"/>
                      </a:cubicBezTo>
                      <a:cubicBezTo>
                        <a:pt x="1521" y="328"/>
                        <a:pt x="1462" y="340"/>
                        <a:pt x="1405" y="364"/>
                      </a:cubicBezTo>
                      <a:cubicBezTo>
                        <a:pt x="1350" y="172"/>
                        <a:pt x="1214" y="0"/>
                        <a:pt x="10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40"/>
                <p:cNvSpPr/>
                <p:nvPr/>
              </p:nvSpPr>
              <p:spPr>
                <a:xfrm>
                  <a:off x="5249075" y="1776000"/>
                  <a:ext cx="54550" cy="48750"/>
                </a:xfrm>
                <a:custGeom>
                  <a:rect b="b" l="l" r="r" t="t"/>
                  <a:pathLst>
                    <a:path extrusionOk="0" h="1950" w="2182">
                      <a:moveTo>
                        <a:pt x="957" y="1"/>
                      </a:moveTo>
                      <a:cubicBezTo>
                        <a:pt x="935" y="1"/>
                        <a:pt x="912" y="2"/>
                        <a:pt x="888" y="4"/>
                      </a:cubicBezTo>
                      <a:cubicBezTo>
                        <a:pt x="555" y="41"/>
                        <a:pt x="370" y="300"/>
                        <a:pt x="481" y="596"/>
                      </a:cubicBezTo>
                      <a:cubicBezTo>
                        <a:pt x="185" y="707"/>
                        <a:pt x="0" y="892"/>
                        <a:pt x="148" y="1150"/>
                      </a:cubicBezTo>
                      <a:cubicBezTo>
                        <a:pt x="185" y="1298"/>
                        <a:pt x="296" y="1335"/>
                        <a:pt x="444" y="1335"/>
                      </a:cubicBezTo>
                      <a:lnTo>
                        <a:pt x="444" y="1409"/>
                      </a:lnTo>
                      <a:cubicBezTo>
                        <a:pt x="444" y="1631"/>
                        <a:pt x="555" y="1816"/>
                        <a:pt x="703" y="1890"/>
                      </a:cubicBezTo>
                      <a:cubicBezTo>
                        <a:pt x="785" y="1931"/>
                        <a:pt x="862" y="1949"/>
                        <a:pt x="932" y="1949"/>
                      </a:cubicBezTo>
                      <a:cubicBezTo>
                        <a:pt x="1111" y="1949"/>
                        <a:pt x="1241" y="1828"/>
                        <a:pt x="1294" y="1668"/>
                      </a:cubicBezTo>
                      <a:cubicBezTo>
                        <a:pt x="1384" y="1704"/>
                        <a:pt x="1478" y="1722"/>
                        <a:pt x="1570" y="1722"/>
                      </a:cubicBezTo>
                      <a:cubicBezTo>
                        <a:pt x="1855" y="1722"/>
                        <a:pt x="2117" y="1542"/>
                        <a:pt x="2145" y="1150"/>
                      </a:cubicBezTo>
                      <a:cubicBezTo>
                        <a:pt x="2182" y="744"/>
                        <a:pt x="1849" y="485"/>
                        <a:pt x="1553" y="485"/>
                      </a:cubicBezTo>
                      <a:cubicBezTo>
                        <a:pt x="1484" y="243"/>
                        <a:pt x="1285" y="1"/>
                        <a:pt x="95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01" name="Google Shape;1301;p40"/>
              <p:cNvSpPr/>
              <p:nvPr/>
            </p:nvSpPr>
            <p:spPr>
              <a:xfrm>
                <a:off x="2686583" y="2497903"/>
                <a:ext cx="56438" cy="31900"/>
              </a:xfrm>
              <a:custGeom>
                <a:rect b="b" l="l" r="r" t="t"/>
                <a:pathLst>
                  <a:path extrusionOk="0" h="481" w="851">
                    <a:moveTo>
                      <a:pt x="407" y="0"/>
                    </a:moveTo>
                    <a:cubicBezTo>
                      <a:pt x="185" y="0"/>
                      <a:pt x="0" y="74"/>
                      <a:pt x="0" y="222"/>
                    </a:cubicBezTo>
                    <a:lnTo>
                      <a:pt x="0" y="259"/>
                    </a:lnTo>
                    <a:cubicBezTo>
                      <a:pt x="0" y="407"/>
                      <a:pt x="185" y="481"/>
                      <a:pt x="407" y="481"/>
                    </a:cubicBezTo>
                    <a:cubicBezTo>
                      <a:pt x="666" y="481"/>
                      <a:pt x="851" y="407"/>
                      <a:pt x="851" y="259"/>
                    </a:cubicBezTo>
                    <a:lnTo>
                      <a:pt x="851" y="222"/>
                    </a:lnTo>
                    <a:cubicBezTo>
                      <a:pt x="851" y="74"/>
                      <a:pt x="666" y="0"/>
                      <a:pt x="4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2" name="Google Shape;1302;p40"/>
            <p:cNvSpPr/>
            <p:nvPr/>
          </p:nvSpPr>
          <p:spPr>
            <a:xfrm rot="436190">
              <a:off x="3205376" y="1914351"/>
              <a:ext cx="91998" cy="135398"/>
            </a:xfrm>
            <a:custGeom>
              <a:rect b="b" l="l" r="r" t="t"/>
              <a:pathLst>
                <a:path extrusionOk="0" h="1961" w="1332">
                  <a:moveTo>
                    <a:pt x="0" y="1"/>
                  </a:moveTo>
                  <a:lnTo>
                    <a:pt x="222" y="1960"/>
                  </a:lnTo>
                  <a:lnTo>
                    <a:pt x="1331" y="12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3" name="Google Shape;1303;p40"/>
          <p:cNvSpPr/>
          <p:nvPr/>
        </p:nvSpPr>
        <p:spPr>
          <a:xfrm>
            <a:off x="3800525" y="3663500"/>
            <a:ext cx="4628400" cy="48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1304" name="Google Shape;1304;p40" title="28345965-e32a-426f-ba30-3527b64556c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3225" y="1938700"/>
            <a:ext cx="2298640" cy="230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abetes Breakthrough: Insulin Increase by Slidesgo">
  <a:themeElements>
    <a:clrScheme name="Simple Light">
      <a:dk1>
        <a:srgbClr val="4A221D"/>
      </a:dk1>
      <a:lt1>
        <a:srgbClr val="B4E9ED"/>
      </a:lt1>
      <a:dk2>
        <a:srgbClr val="783632"/>
      </a:dk2>
      <a:lt2>
        <a:srgbClr val="D73B16"/>
      </a:lt2>
      <a:accent1>
        <a:srgbClr val="ED6A3B"/>
      </a:accent1>
      <a:accent2>
        <a:srgbClr val="F08262"/>
      </a:accent2>
      <a:accent3>
        <a:srgbClr val="F6A53A"/>
      </a:accent3>
      <a:accent4>
        <a:srgbClr val="EC8C16"/>
      </a:accent4>
      <a:accent5>
        <a:srgbClr val="77C9D5"/>
      </a:accent5>
      <a:accent6>
        <a:srgbClr val="31A2AF"/>
      </a:accent6>
      <a:hlink>
        <a:srgbClr val="2D97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